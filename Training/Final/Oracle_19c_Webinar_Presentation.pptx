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1"/>
  </p:sldMasterIdLst>
  <p:notesMasterIdLst>
    <p:notesMasterId r:id="rId24"/>
  </p:notesMasterIdLst>
  <p:sldIdLst>
    <p:sldId id="256" r:id="rId2"/>
    <p:sldId id="271" r:id="rId3"/>
    <p:sldId id="258" r:id="rId4"/>
    <p:sldId id="257" r:id="rId5"/>
    <p:sldId id="281" r:id="rId6"/>
    <p:sldId id="280" r:id="rId7"/>
    <p:sldId id="259" r:id="rId8"/>
    <p:sldId id="272" r:id="rId9"/>
    <p:sldId id="273" r:id="rId10"/>
    <p:sldId id="260" r:id="rId11"/>
    <p:sldId id="274" r:id="rId12"/>
    <p:sldId id="275" r:id="rId13"/>
    <p:sldId id="262" r:id="rId14"/>
    <p:sldId id="276" r:id="rId15"/>
    <p:sldId id="277" r:id="rId16"/>
    <p:sldId id="263" r:id="rId17"/>
    <p:sldId id="279" r:id="rId18"/>
    <p:sldId id="264" r:id="rId19"/>
    <p:sldId id="282" r:id="rId20"/>
    <p:sldId id="267" r:id="rId21"/>
    <p:sldId id="268" r:id="rId22"/>
    <p:sldId id="270" r:id="rId2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7E7422-AC67-45C0-9822-A811E9EC6946}">
          <p14:sldIdLst>
            <p14:sldId id="256"/>
            <p14:sldId id="271"/>
            <p14:sldId id="258"/>
            <p14:sldId id="257"/>
            <p14:sldId id="281"/>
            <p14:sldId id="280"/>
            <p14:sldId id="259"/>
            <p14:sldId id="272"/>
            <p14:sldId id="273"/>
            <p14:sldId id="260"/>
            <p14:sldId id="274"/>
            <p14:sldId id="275"/>
            <p14:sldId id="262"/>
            <p14:sldId id="276"/>
            <p14:sldId id="277"/>
            <p14:sldId id="263"/>
            <p14:sldId id="279"/>
            <p14:sldId id="264"/>
            <p14:sldId id="282"/>
            <p14:sldId id="267"/>
            <p14:sldId id="268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b Miaze" userId="cd1b0d68-c582-404f-988a-6b1dba145d1c" providerId="ADAL" clId="{73F2700E-F396-4641-B53F-AE6A49256933}"/>
    <pc:docChg chg="undo custSel addSld delSld modSld sldOrd modMainMaster addSection delSection modSection">
      <pc:chgData name="Ayub Miaze" userId="cd1b0d68-c582-404f-988a-6b1dba145d1c" providerId="ADAL" clId="{73F2700E-F396-4641-B53F-AE6A49256933}" dt="2026-06-20T14:05:06.084" v="3244"/>
      <pc:docMkLst>
        <pc:docMk/>
      </pc:docMkLst>
      <pc:sldChg chg="addSp delSp modSp mod ord modTransition setBg">
        <pc:chgData name="Ayub Miaze" userId="cd1b0d68-c582-404f-988a-6b1dba145d1c" providerId="ADAL" clId="{73F2700E-F396-4641-B53F-AE6A49256933}" dt="2026-06-20T12:47:39.342" v="3220" actId="14100"/>
        <pc:sldMkLst>
          <pc:docMk/>
          <pc:sldMk cId="0" sldId="256"/>
        </pc:sldMkLst>
        <pc:spChg chg="mod">
          <ac:chgData name="Ayub Miaze" userId="cd1b0d68-c582-404f-988a-6b1dba145d1c" providerId="ADAL" clId="{73F2700E-F396-4641-B53F-AE6A49256933}" dt="2026-06-20T07:21:32.691" v="248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2:47:39.342" v="3220" actId="14100"/>
          <ac:spMkLst>
            <pc:docMk/>
            <pc:sldMk cId="0" sldId="256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2:47:31.997" v="3219" actId="14100"/>
          <ac:spMkLst>
            <pc:docMk/>
            <pc:sldMk cId="0" sldId="256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6"/>
            <ac:spMk id="4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9:37.131" v="1231" actId="20577"/>
          <ac:spMkLst>
            <pc:docMk/>
            <pc:sldMk cId="0" sldId="256"/>
            <ac:spMk id="48" creationId="{00000000-0000-0000-0000-000000000000}"/>
          </ac:spMkLst>
        </pc:spChg>
        <pc:graphicFrameChg chg="add del">
          <ac:chgData name="Ayub Miaze" userId="cd1b0d68-c582-404f-988a-6b1dba145d1c" providerId="ADAL" clId="{73F2700E-F396-4641-B53F-AE6A49256933}" dt="2026-06-19T11:41:46.752" v="942"/>
          <ac:graphicFrameMkLst>
            <pc:docMk/>
            <pc:sldMk cId="0" sldId="256"/>
            <ac:graphicFrameMk id="49" creationId="{1449DF64-C5D2-43F0-84A1-E9205D6F01AE}"/>
          </ac:graphicFrameMkLst>
        </pc:graphicFrameChg>
      </pc:sldChg>
      <pc:sldChg chg="addSp delSp modSp mod modTransition setBg">
        <pc:chgData name="Ayub Miaze" userId="cd1b0d68-c582-404f-988a-6b1dba145d1c" providerId="ADAL" clId="{73F2700E-F396-4641-B53F-AE6A49256933}" dt="2026-06-19T17:04:30.335" v="1374" actId="1035"/>
        <pc:sldMkLst>
          <pc:docMk/>
          <pc:sldMk cId="0" sldId="257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19T16:58:13.901" v="1331" actId="478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19T16:58:19.307" v="1332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27:38.277" v="832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27:44.156" v="834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7"/>
            <ac:spMk id="30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3:04:57.762" v="80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3:04:55.829" v="79" actId="478"/>
          <ac:spMkLst>
            <pc:docMk/>
            <pc:sldMk cId="0" sldId="257"/>
            <ac:spMk id="32" creationId="{00000000-0000-0000-0000-000000000000}"/>
          </ac:spMkLst>
        </pc:spChg>
        <pc:picChg chg="add del">
          <ac:chgData name="Ayub Miaze" userId="cd1b0d68-c582-404f-988a-6b1dba145d1c" providerId="ADAL" clId="{73F2700E-F396-4641-B53F-AE6A49256933}" dt="2026-06-19T08:07:39.230" v="653"/>
          <ac:picMkLst>
            <pc:docMk/>
            <pc:sldMk cId="0" sldId="257"/>
            <ac:picMk id="32" creationId="{5804275A-C797-49B6-87B3-3FC685DF4A22}"/>
          </ac:picMkLst>
        </pc:picChg>
        <pc:picChg chg="add del">
          <ac:chgData name="Ayub Miaze" userId="cd1b0d68-c582-404f-988a-6b1dba145d1c" providerId="ADAL" clId="{73F2700E-F396-4641-B53F-AE6A49256933}" dt="2026-06-19T08:07:03.317" v="647"/>
          <ac:picMkLst>
            <pc:docMk/>
            <pc:sldMk cId="0" sldId="257"/>
            <ac:picMk id="33" creationId="{C648A566-2BA4-4A42-B669-F733C991BE94}"/>
          </ac:picMkLst>
        </pc:picChg>
        <pc:picChg chg="add del">
          <ac:chgData name="Ayub Miaze" userId="cd1b0d68-c582-404f-988a-6b1dba145d1c" providerId="ADAL" clId="{73F2700E-F396-4641-B53F-AE6A49256933}" dt="2026-06-19T08:07:14.369" v="649"/>
          <ac:picMkLst>
            <pc:docMk/>
            <pc:sldMk cId="0" sldId="257"/>
            <ac:picMk id="34" creationId="{2F5907DC-43E4-4FC1-AF8D-0A522CB340C0}"/>
          </ac:picMkLst>
        </pc:picChg>
        <pc:picChg chg="add del">
          <ac:chgData name="Ayub Miaze" userId="cd1b0d68-c582-404f-988a-6b1dba145d1c" providerId="ADAL" clId="{73F2700E-F396-4641-B53F-AE6A49256933}" dt="2026-06-19T08:09:05.354" v="661"/>
          <ac:picMkLst>
            <pc:docMk/>
            <pc:sldMk cId="0" sldId="257"/>
            <ac:picMk id="35" creationId="{6AC84075-D818-439D-BF6E-8F8C74E5C031}"/>
          </ac:picMkLst>
        </pc:picChg>
        <pc:picChg chg="mod">
          <ac:chgData name="Ayub Miaze" userId="cd1b0d68-c582-404f-988a-6b1dba145d1c" providerId="ADAL" clId="{73F2700E-F396-4641-B53F-AE6A49256933}" dt="2026-06-19T17:04:30.335" v="1374" actId="1035"/>
          <ac:picMkLst>
            <pc:docMk/>
            <pc:sldMk cId="0" sldId="257"/>
            <ac:picMk id="41" creationId="{8A97E1E5-9066-42ED-9D86-9ACD82E992C8}"/>
          </ac:picMkLst>
        </pc:picChg>
      </pc:sldChg>
      <pc:sldChg chg="modSp mod ord modTransition setBg">
        <pc:chgData name="Ayub Miaze" userId="cd1b0d68-c582-404f-988a-6b1dba145d1c" providerId="ADAL" clId="{73F2700E-F396-4641-B53F-AE6A49256933}" dt="2026-06-20T12:53:14.227" v="3222" actId="20577"/>
        <pc:sldMkLst>
          <pc:docMk/>
          <pc:sldMk cId="0" sldId="258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2:53:14.227" v="3222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55:50.608" v="1317" actId="1038"/>
          <ac:spMkLst>
            <pc:docMk/>
            <pc:sldMk cId="0" sldId="258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0:30.493" v="1068" actId="122"/>
          <ac:spMkLst>
            <pc:docMk/>
            <pc:sldMk cId="0" sldId="258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55:50.608" v="1317" actId="103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0:30.493" v="1068" actId="12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55:50.608" v="1317" actId="1038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0:30.493" v="1068" actId="122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55:50.608" v="1317" actId="103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0:30.493" v="1068" actId="122"/>
          <ac:spMkLst>
            <pc:docMk/>
            <pc:sldMk cId="0" sldId="258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1:04.112" v="1095" actId="103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1:21.226" v="1106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1:04.112" v="1095" actId="1035"/>
          <ac:spMkLst>
            <pc:docMk/>
            <pc:sldMk cId="0" sldId="258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1:20.350" v="1105" actId="1035"/>
          <ac:spMkLst>
            <pc:docMk/>
            <pc:sldMk cId="0" sldId="258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1:04.112" v="1095" actId="1035"/>
          <ac:spMkLst>
            <pc:docMk/>
            <pc:sldMk cId="0" sldId="258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1:04.112" v="1095" actId="1035"/>
          <ac:spMkLst>
            <pc:docMk/>
            <pc:sldMk cId="0" sldId="258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8"/>
            <ac:spMk id="44" creationId="{00000000-0000-0000-0000-000000000000}"/>
          </ac:spMkLst>
        </pc:spChg>
      </pc:sldChg>
      <pc:sldChg chg="modSp mod modTransition setBg">
        <pc:chgData name="Ayub Miaze" userId="cd1b0d68-c582-404f-988a-6b1dba145d1c" providerId="ADAL" clId="{73F2700E-F396-4641-B53F-AE6A49256933}" dt="2026-06-19T16:57:27.246" v="1328"/>
        <pc:sldMkLst>
          <pc:docMk/>
          <pc:sldMk cId="0" sldId="259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59"/>
            <ac:spMk id="27" creationId="{00000000-0000-0000-0000-000000000000}"/>
          </ac:spMkLst>
        </pc:spChg>
      </pc:sldChg>
      <pc:sldChg chg="delSp modSp mod modTransition setBg">
        <pc:chgData name="Ayub Miaze" userId="cd1b0d68-c582-404f-988a-6b1dba145d1c" providerId="ADAL" clId="{73F2700E-F396-4641-B53F-AE6A49256933}" dt="2026-06-20T07:26:04.117" v="2498" actId="20577"/>
        <pc:sldMkLst>
          <pc:docMk/>
          <pc:sldMk cId="0" sldId="260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5:17.422" v="2490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5:22.568" v="2494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5:57.316" v="2496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06:58.981" v="718" actId="107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6:04.117" v="2498" actId="20577"/>
          <ac:spMkLst>
            <pc:docMk/>
            <pc:sldMk cId="0" sldId="260"/>
            <ac:spMk id="4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48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19T11:06:38.192" v="715" actId="478"/>
          <ac:spMkLst>
            <pc:docMk/>
            <pc:sldMk cId="0" sldId="260"/>
            <ac:spMk id="4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07:05.973" v="736" actId="1036"/>
          <ac:spMkLst>
            <pc:docMk/>
            <pc:sldMk cId="0" sldId="260"/>
            <ac:spMk id="5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07:16.534" v="762" actId="1035"/>
          <ac:spMkLst>
            <pc:docMk/>
            <pc:sldMk cId="0" sldId="260"/>
            <ac:spMk id="5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07:48.994" v="763" actId="14100"/>
          <ac:spMkLst>
            <pc:docMk/>
            <pc:sldMk cId="0" sldId="260"/>
            <ac:spMk id="5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0"/>
            <ac:spMk id="53" creationId="{00000000-0000-0000-0000-000000000000}"/>
          </ac:spMkLst>
        </pc:spChg>
      </pc:sldChg>
      <pc:sldChg chg="addSp delSp modSp del mod modTransition setBg">
        <pc:chgData name="Ayub Miaze" userId="cd1b0d68-c582-404f-988a-6b1dba145d1c" providerId="ADAL" clId="{73F2700E-F396-4641-B53F-AE6A49256933}" dt="2026-06-19T11:09:59.002" v="775" actId="47"/>
        <pc:sldMkLst>
          <pc:docMk/>
          <pc:sldMk cId="0" sldId="261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1"/>
            <ac:spMk id="31" creationId="{00000000-0000-0000-0000-000000000000}"/>
          </ac:spMkLst>
        </pc:spChg>
        <pc:picChg chg="add del mod">
          <ac:chgData name="Ayub Miaze" userId="cd1b0d68-c582-404f-988a-6b1dba145d1c" providerId="ADAL" clId="{73F2700E-F396-4641-B53F-AE6A49256933}" dt="2026-06-19T11:08:39.279" v="767"/>
          <ac:picMkLst>
            <pc:docMk/>
            <pc:sldMk cId="0" sldId="261"/>
            <ac:picMk id="32" creationId="{FF98C4E5-7283-4804-BD2A-12CB010F0F74}"/>
          </ac:picMkLst>
        </pc:picChg>
      </pc:sldChg>
      <pc:sldChg chg="addSp delSp modSp mod modTransition setBg">
        <pc:chgData name="Ayub Miaze" userId="cd1b0d68-c582-404f-988a-6b1dba145d1c" providerId="ADAL" clId="{73F2700E-F396-4641-B53F-AE6A49256933}" dt="2026-06-20T07:26:48.657" v="2500" actId="20577"/>
        <pc:sldMkLst>
          <pc:docMk/>
          <pc:sldMk cId="0" sldId="262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6:48.657" v="2500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31" creationId="{00000000-0000-0000-0000-000000000000}"/>
          </ac:spMkLst>
        </pc:spChg>
        <pc:spChg chg="add del 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2"/>
            <ac:spMk id="33" creationId="{00000000-0000-0000-0000-000000000000}"/>
          </ac:spMkLst>
        </pc:spChg>
      </pc:sldChg>
      <pc:sldChg chg="modSp mod modTransition setBg">
        <pc:chgData name="Ayub Miaze" userId="cd1b0d68-c582-404f-988a-6b1dba145d1c" providerId="ADAL" clId="{73F2700E-F396-4641-B53F-AE6A49256933}" dt="2026-06-19T16:57:27.246" v="1328"/>
        <pc:sldMkLst>
          <pc:docMk/>
          <pc:sldMk cId="0" sldId="263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7:32.879" v="1213" actId="14100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7:04.005" v="1126" actId="20577"/>
          <ac:spMkLst>
            <pc:docMk/>
            <pc:sldMk cId="0" sldId="263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6:47:32.879" v="1213" actId="14100"/>
          <ac:spMkLst>
            <pc:docMk/>
            <pc:sldMk cId="0" sldId="263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4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3"/>
            <ac:spMk id="45" creationId="{00000000-0000-0000-0000-000000000000}"/>
          </ac:spMkLst>
        </pc:spChg>
      </pc:sldChg>
      <pc:sldChg chg="delSp modSp add del mod modTransition setBg">
        <pc:chgData name="Ayub Miaze" userId="cd1b0d68-c582-404f-988a-6b1dba145d1c" providerId="ADAL" clId="{73F2700E-F396-4641-B53F-AE6A49256933}" dt="2026-06-19T17:06:44.729" v="1585" actId="1038"/>
        <pc:sldMkLst>
          <pc:docMk/>
          <pc:sldMk cId="0" sldId="264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08.879" v="1464" actId="1037"/>
          <ac:spMkLst>
            <pc:docMk/>
            <pc:sldMk cId="0" sldId="264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17.360" v="1508" actId="1038"/>
          <ac:spMkLst>
            <pc:docMk/>
            <pc:sldMk cId="0" sldId="264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5:40.526" v="1449" actId="1037"/>
          <ac:spMkLst>
            <pc:docMk/>
            <pc:sldMk cId="0" sldId="264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10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29:14.237" v="606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29:19.452" v="607" actId="478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05.388" v="1463" actId="103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25.054" v="151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33.818" v="1548" actId="1038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19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29:30.431" v="608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29:30.431" v="608" actId="478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5:50.585" v="1456" actId="1037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44.729" v="1585" actId="1038"/>
          <ac:spMkLst>
            <pc:docMk/>
            <pc:sldMk cId="0" sldId="264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5:40.526" v="1449" actId="103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28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29:42.715" v="611" actId="478"/>
          <ac:spMkLst>
            <pc:docMk/>
            <pc:sldMk cId="0" sldId="264"/>
            <ac:spMk id="29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17T14:29:49.725" v="612" actId="21"/>
          <ac:spMkLst>
            <pc:docMk/>
            <pc:sldMk cId="0" sldId="264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5:58.388" v="1461" actId="1037"/>
          <ac:spMkLst>
            <pc:docMk/>
            <pc:sldMk cId="0" sldId="264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44.729" v="1585" actId="1038"/>
          <ac:spMkLst>
            <pc:docMk/>
            <pc:sldMk cId="0" sldId="264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5:40.526" v="1449" actId="1037"/>
          <ac:spMkLst>
            <pc:docMk/>
            <pc:sldMk cId="0" sldId="264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37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29:54.348" v="613" actId="478"/>
          <ac:spMkLst>
            <pc:docMk/>
            <pc:sldMk cId="0" sldId="264"/>
            <ac:spMk id="38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29:59.237" v="614" actId="21"/>
          <ac:spMkLst>
            <pc:docMk/>
            <pc:sldMk cId="0" sldId="264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01.721" v="1462" actId="1037"/>
          <ac:spMkLst>
            <pc:docMk/>
            <pc:sldMk cId="0" sldId="264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6:44.729" v="1585" actId="1038"/>
          <ac:spMkLst>
            <pc:docMk/>
            <pc:sldMk cId="0" sldId="264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7:05:40.526" v="1449" actId="1037"/>
          <ac:spMkLst>
            <pc:docMk/>
            <pc:sldMk cId="0" sldId="264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4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4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4"/>
            <ac:spMk id="46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30:03.573" v="615" actId="478"/>
          <ac:spMkLst>
            <pc:docMk/>
            <pc:sldMk cId="0" sldId="264"/>
            <ac:spMk id="47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30:03.573" v="615" actId="478"/>
          <ac:spMkLst>
            <pc:docMk/>
            <pc:sldMk cId="0" sldId="264"/>
            <ac:spMk id="48" creationId="{00000000-0000-0000-0000-000000000000}"/>
          </ac:spMkLst>
        </pc:spChg>
      </pc:sldChg>
      <pc:sldChg chg="addSp delSp modSp del mod modTransition setBg">
        <pc:chgData name="Ayub Miaze" userId="cd1b0d68-c582-404f-988a-6b1dba145d1c" providerId="ADAL" clId="{73F2700E-F396-4641-B53F-AE6A49256933}" dt="2026-06-19T11:16:03.056" v="805" actId="47"/>
        <pc:sldMkLst>
          <pc:docMk/>
          <pc:sldMk cId="0" sldId="265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5"/>
            <ac:spMk id="41" creationId="{00000000-0000-0000-0000-000000000000}"/>
          </ac:spMkLst>
        </pc:spChg>
        <pc:picChg chg="add del">
          <ac:chgData name="Ayub Miaze" userId="cd1b0d68-c582-404f-988a-6b1dba145d1c" providerId="ADAL" clId="{73F2700E-F396-4641-B53F-AE6A49256933}" dt="2026-06-19T11:15:58.943" v="804"/>
          <ac:picMkLst>
            <pc:docMk/>
            <pc:sldMk cId="0" sldId="265"/>
            <ac:picMk id="42" creationId="{0E1AD508-4F60-40A2-8B44-F6017AF0F675}"/>
          </ac:picMkLst>
        </pc:picChg>
      </pc:sldChg>
      <pc:sldChg chg="addSp delSp modSp del mod modTransition setBg">
        <pc:chgData name="Ayub Miaze" userId="cd1b0d68-c582-404f-988a-6b1dba145d1c" providerId="ADAL" clId="{73F2700E-F396-4641-B53F-AE6A49256933}" dt="2026-06-20T08:02:13.950" v="2982" actId="47"/>
        <pc:sldMkLst>
          <pc:docMk/>
          <pc:sldMk cId="0" sldId="266"/>
        </pc:sldMkLst>
        <pc:spChg chg="mod">
          <ac:chgData name="Ayub Miaze" userId="cd1b0d68-c582-404f-988a-6b1dba145d1c" providerId="ADAL" clId="{73F2700E-F396-4641-B53F-AE6A49256933}" dt="2026-06-20T07:32:22.879" v="2551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2:19.256" v="2550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9:41.140" v="2919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3:25.478" v="2586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2:50.160" v="2552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2:50.160" v="2552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9:56.851" v="2925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2:56.975" v="2553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3:30.083" v="2587" actId="1038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3:10.460" v="2581" actId="10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3:10.460" v="2581" actId="103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3:10.460" v="2581" actId="103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53.176" v="2858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6:56.405" v="2904" actId="1038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53.176" v="2858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53.176" v="2858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50:19.856" v="2933" actId="20577"/>
          <ac:spMkLst>
            <pc:docMk/>
            <pc:sldMk cId="0" sldId="266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36.055" v="2857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36.055" v="2857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36.055" v="2857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36.055" v="2857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5:36.055" v="2857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6:15.924" v="2893" actId="1035"/>
          <ac:spMkLst>
            <pc:docMk/>
            <pc:sldMk cId="0" sldId="266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6:15.924" v="2893" actId="103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6:15.924" v="2893" actId="1035"/>
          <ac:spMkLst>
            <pc:docMk/>
            <pc:sldMk cId="0" sldId="266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6:15.924" v="2893" actId="103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6:15.924" v="2893" actId="1035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30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20T07:51:03.997" v="2950" actId="478"/>
          <ac:spMkLst>
            <pc:docMk/>
            <pc:sldMk cId="0" sldId="266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35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20T07:51:13.073" v="2952" actId="478"/>
          <ac:spMkLst>
            <pc:docMk/>
            <pc:sldMk cId="0" sldId="266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22.567" v="2905" actId="1076"/>
          <ac:spMkLst>
            <pc:docMk/>
            <pc:sldMk cId="0" sldId="266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39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20T07:48:17.867" v="2908" actId="478"/>
          <ac:spMkLst>
            <pc:docMk/>
            <pc:sldMk cId="0" sldId="266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4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4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8:30.806" v="2910" actId="6549"/>
          <ac:spMkLst>
            <pc:docMk/>
            <pc:sldMk cId="0" sldId="266"/>
            <ac:spMk id="4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4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7:59.927" v="2906" actId="1076"/>
          <ac:spMkLst>
            <pc:docMk/>
            <pc:sldMk cId="0" sldId="266"/>
            <ac:spMk id="4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8:13.574" v="2907" actId="1076"/>
          <ac:spMkLst>
            <pc:docMk/>
            <pc:sldMk cId="0" sldId="266"/>
            <ac:spMk id="4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8:23.757" v="2909" actId="1076"/>
          <ac:spMkLst>
            <pc:docMk/>
            <pc:sldMk cId="0" sldId="266"/>
            <ac:spMk id="5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8:13.574" v="2907" actId="1076"/>
          <ac:spMkLst>
            <pc:docMk/>
            <pc:sldMk cId="0" sldId="266"/>
            <ac:spMk id="5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8:13.574" v="2907" actId="1076"/>
          <ac:spMkLst>
            <pc:docMk/>
            <pc:sldMk cId="0" sldId="266"/>
            <ac:spMk id="5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48:13.574" v="2907" actId="1076"/>
          <ac:spMkLst>
            <pc:docMk/>
            <pc:sldMk cId="0" sldId="266"/>
            <ac:spMk id="5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4:58.397" v="2632" actId="1036"/>
          <ac:spMkLst>
            <pc:docMk/>
            <pc:sldMk cId="0" sldId="266"/>
            <ac:spMk id="5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4:58.397" v="2632" actId="1036"/>
          <ac:spMkLst>
            <pc:docMk/>
            <pc:sldMk cId="0" sldId="266"/>
            <ac:spMk id="5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4:58.397" v="2632" actId="1036"/>
          <ac:spMkLst>
            <pc:docMk/>
            <pc:sldMk cId="0" sldId="266"/>
            <ac:spMk id="5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4:58.397" v="2632" actId="1036"/>
          <ac:spMkLst>
            <pc:docMk/>
            <pc:sldMk cId="0" sldId="266"/>
            <ac:spMk id="5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4:58.397" v="2632" actId="1036"/>
          <ac:spMkLst>
            <pc:docMk/>
            <pc:sldMk cId="0" sldId="266"/>
            <ac:spMk id="5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23.447" v="2633" actId="1076"/>
          <ac:spMkLst>
            <pc:docMk/>
            <pc:sldMk cId="0" sldId="266"/>
            <ac:spMk id="5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29.919" v="2634" actId="1076"/>
          <ac:spMkLst>
            <pc:docMk/>
            <pc:sldMk cId="0" sldId="266"/>
            <ac:spMk id="6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23.447" v="2633" actId="1076"/>
          <ac:spMkLst>
            <pc:docMk/>
            <pc:sldMk cId="0" sldId="266"/>
            <ac:spMk id="6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23.447" v="2633" actId="1076"/>
          <ac:spMkLst>
            <pc:docMk/>
            <pc:sldMk cId="0" sldId="266"/>
            <ac:spMk id="6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23.447" v="2633" actId="1076"/>
          <ac:spMkLst>
            <pc:docMk/>
            <pc:sldMk cId="0" sldId="266"/>
            <ac:spMk id="6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57.985" v="2637" actId="1036"/>
          <ac:spMkLst>
            <pc:docMk/>
            <pc:sldMk cId="0" sldId="266"/>
            <ac:spMk id="6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57.985" v="2637" actId="1036"/>
          <ac:spMkLst>
            <pc:docMk/>
            <pc:sldMk cId="0" sldId="266"/>
            <ac:spMk id="6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6:16.089" v="2669" actId="1037"/>
          <ac:spMkLst>
            <pc:docMk/>
            <pc:sldMk cId="0" sldId="266"/>
            <ac:spMk id="6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57.985" v="2637" actId="1036"/>
          <ac:spMkLst>
            <pc:docMk/>
            <pc:sldMk cId="0" sldId="266"/>
            <ac:spMk id="6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5:57.985" v="2637" actId="1036"/>
          <ac:spMkLst>
            <pc:docMk/>
            <pc:sldMk cId="0" sldId="266"/>
            <ac:spMk id="6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6:50.110" v="2722" actId="1037"/>
          <ac:spMkLst>
            <pc:docMk/>
            <pc:sldMk cId="0" sldId="266"/>
            <ac:spMk id="6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6:50.110" v="2722" actId="1037"/>
          <ac:spMkLst>
            <pc:docMk/>
            <pc:sldMk cId="0" sldId="266"/>
            <ac:spMk id="7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7:03.616" v="2757" actId="1035"/>
          <ac:spMkLst>
            <pc:docMk/>
            <pc:sldMk cId="0" sldId="266"/>
            <ac:spMk id="7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6:50.110" v="2722" actId="1037"/>
          <ac:spMkLst>
            <pc:docMk/>
            <pc:sldMk cId="0" sldId="266"/>
            <ac:spMk id="7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6:50.110" v="2722" actId="1037"/>
          <ac:spMkLst>
            <pc:docMk/>
            <pc:sldMk cId="0" sldId="266"/>
            <ac:spMk id="7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7:29.684" v="2762" actId="1036"/>
          <ac:spMkLst>
            <pc:docMk/>
            <pc:sldMk cId="0" sldId="266"/>
            <ac:spMk id="7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7:29.684" v="2762" actId="1036"/>
          <ac:spMkLst>
            <pc:docMk/>
            <pc:sldMk cId="0" sldId="266"/>
            <ac:spMk id="7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7:29.684" v="2762" actId="1036"/>
          <ac:spMkLst>
            <pc:docMk/>
            <pc:sldMk cId="0" sldId="266"/>
            <ac:spMk id="7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7:29.684" v="2762" actId="1036"/>
          <ac:spMkLst>
            <pc:docMk/>
            <pc:sldMk cId="0" sldId="266"/>
            <ac:spMk id="7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7:29.684" v="2762" actId="1036"/>
          <ac:spMkLst>
            <pc:docMk/>
            <pc:sldMk cId="0" sldId="266"/>
            <ac:spMk id="7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7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9:20.904" v="2817" actId="1035"/>
          <ac:spMkLst>
            <pc:docMk/>
            <pc:sldMk cId="0" sldId="266"/>
            <ac:spMk id="8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39:20.904" v="2817" actId="1035"/>
          <ac:spMkLst>
            <pc:docMk/>
            <pc:sldMk cId="0" sldId="266"/>
            <ac:spMk id="8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8:56.459" v="2532" actId="20577"/>
          <ac:spMkLst>
            <pc:docMk/>
            <pc:sldMk cId="0" sldId="266"/>
            <ac:spMk id="8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8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8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8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8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9:00.580" v="2534" actId="20577"/>
          <ac:spMkLst>
            <pc:docMk/>
            <pc:sldMk cId="0" sldId="266"/>
            <ac:spMk id="8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8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8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9:04.655" v="2536" actId="20577"/>
          <ac:spMkLst>
            <pc:docMk/>
            <pc:sldMk cId="0" sldId="266"/>
            <ac:spMk id="9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9:15.288" v="2538" actId="20577"/>
          <ac:spMkLst>
            <pc:docMk/>
            <pc:sldMk cId="0" sldId="266"/>
            <ac:spMk id="9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9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10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10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7:29:44.365" v="2543" actId="20577"/>
          <ac:spMkLst>
            <pc:docMk/>
            <pc:sldMk cId="0" sldId="266"/>
            <ac:spMk id="10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10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10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6"/>
            <ac:spMk id="105" creationId="{00000000-0000-0000-0000-000000000000}"/>
          </ac:spMkLst>
        </pc:spChg>
        <pc:spChg chg="add del mod">
          <ac:chgData name="Ayub Miaze" userId="cd1b0d68-c582-404f-988a-6b1dba145d1c" providerId="ADAL" clId="{73F2700E-F396-4641-B53F-AE6A49256933}" dt="2026-06-20T04:41:30.609" v="1673" actId="478"/>
          <ac:spMkLst>
            <pc:docMk/>
            <pc:sldMk cId="0" sldId="266"/>
            <ac:spMk id="106" creationId="{3A4E107A-2D28-4C75-9342-C68E6B34FD3A}"/>
          </ac:spMkLst>
        </pc:spChg>
        <pc:spChg chg="add del">
          <ac:chgData name="Ayub Miaze" userId="cd1b0d68-c582-404f-988a-6b1dba145d1c" providerId="ADAL" clId="{73F2700E-F396-4641-B53F-AE6A49256933}" dt="2026-06-20T07:31:51.026" v="2546"/>
          <ac:spMkLst>
            <pc:docMk/>
            <pc:sldMk cId="0" sldId="266"/>
            <ac:spMk id="106" creationId="{E92113B5-59E1-44FE-96CB-5B5490841EF9}"/>
          </ac:spMkLst>
        </pc:spChg>
        <pc:spChg chg="add del mod">
          <ac:chgData name="Ayub Miaze" userId="cd1b0d68-c582-404f-988a-6b1dba145d1c" providerId="ADAL" clId="{73F2700E-F396-4641-B53F-AE6A49256933}" dt="2026-06-20T04:41:30.609" v="1673" actId="478"/>
          <ac:spMkLst>
            <pc:docMk/>
            <pc:sldMk cId="0" sldId="266"/>
            <ac:spMk id="107" creationId="{A6577A6A-DA28-4023-B383-98A537D2061B}"/>
          </ac:spMkLst>
        </pc:spChg>
        <pc:spChg chg="add mod">
          <ac:chgData name="Ayub Miaze" userId="cd1b0d68-c582-404f-988a-6b1dba145d1c" providerId="ADAL" clId="{73F2700E-F396-4641-B53F-AE6A49256933}" dt="2026-06-20T07:50:55.336" v="2948" actId="1038"/>
          <ac:spMkLst>
            <pc:docMk/>
            <pc:sldMk cId="0" sldId="266"/>
            <ac:spMk id="107" creationId="{E33259E5-0256-405D-B134-7681982588D8}"/>
          </ac:spMkLst>
        </pc:spChg>
        <pc:spChg chg="add mod">
          <ac:chgData name="Ayub Miaze" userId="cd1b0d68-c582-404f-988a-6b1dba145d1c" providerId="ADAL" clId="{73F2700E-F396-4641-B53F-AE6A49256933}" dt="2026-06-20T07:50:55.336" v="2948" actId="1038"/>
          <ac:spMkLst>
            <pc:docMk/>
            <pc:sldMk cId="0" sldId="266"/>
            <ac:spMk id="108" creationId="{8D0ED433-6457-4037-A7A0-1E03E79BD1A4}"/>
          </ac:spMkLst>
        </pc:spChg>
        <pc:spChg chg="add del mod">
          <ac:chgData name="Ayub Miaze" userId="cd1b0d68-c582-404f-988a-6b1dba145d1c" providerId="ADAL" clId="{73F2700E-F396-4641-B53F-AE6A49256933}" dt="2026-06-20T04:41:30.609" v="1673" actId="478"/>
          <ac:spMkLst>
            <pc:docMk/>
            <pc:sldMk cId="0" sldId="266"/>
            <ac:spMk id="108" creationId="{C3D79D59-A5CA-4B7D-B99F-6AC2B69004E3}"/>
          </ac:spMkLst>
        </pc:spChg>
        <pc:spChg chg="add mod">
          <ac:chgData name="Ayub Miaze" userId="cd1b0d68-c582-404f-988a-6b1dba145d1c" providerId="ADAL" clId="{73F2700E-F396-4641-B53F-AE6A49256933}" dt="2026-06-20T07:50:55.336" v="2948" actId="1038"/>
          <ac:spMkLst>
            <pc:docMk/>
            <pc:sldMk cId="0" sldId="266"/>
            <ac:spMk id="109" creationId="{AF343AE4-A483-47C2-A381-B5D409A849CF}"/>
          </ac:spMkLst>
        </pc:spChg>
        <pc:spChg chg="add del">
          <ac:chgData name="Ayub Miaze" userId="cd1b0d68-c582-404f-988a-6b1dba145d1c" providerId="ADAL" clId="{73F2700E-F396-4641-B53F-AE6A49256933}" dt="2026-06-20T07:38:36.370" v="2768"/>
          <ac:spMkLst>
            <pc:docMk/>
            <pc:sldMk cId="0" sldId="266"/>
            <ac:spMk id="110" creationId="{39C438FF-8DB5-41BD-876D-C63C9A28B7C3}"/>
          </ac:spMkLst>
        </pc:spChg>
        <pc:spChg chg="add del">
          <ac:chgData name="Ayub Miaze" userId="cd1b0d68-c582-404f-988a-6b1dba145d1c" providerId="ADAL" clId="{73F2700E-F396-4641-B53F-AE6A49256933}" dt="2026-06-20T07:38:36.370" v="2768"/>
          <ac:spMkLst>
            <pc:docMk/>
            <pc:sldMk cId="0" sldId="266"/>
            <ac:spMk id="111" creationId="{D1CBFBAE-5280-4A2D-BFC1-F1E05B7378D1}"/>
          </ac:spMkLst>
        </pc:spChg>
        <pc:spChg chg="add del">
          <ac:chgData name="Ayub Miaze" userId="cd1b0d68-c582-404f-988a-6b1dba145d1c" providerId="ADAL" clId="{73F2700E-F396-4641-B53F-AE6A49256933}" dt="2026-06-20T07:38:36.370" v="2768"/>
          <ac:spMkLst>
            <pc:docMk/>
            <pc:sldMk cId="0" sldId="266"/>
            <ac:spMk id="112" creationId="{798E213C-5C11-4227-AB19-A1B1891EB2CF}"/>
          </ac:spMkLst>
        </pc:spChg>
        <pc:spChg chg="add del">
          <ac:chgData name="Ayub Miaze" userId="cd1b0d68-c582-404f-988a-6b1dba145d1c" providerId="ADAL" clId="{73F2700E-F396-4641-B53F-AE6A49256933}" dt="2026-06-20T07:49:43.729" v="2920"/>
          <ac:spMkLst>
            <pc:docMk/>
            <pc:sldMk cId="0" sldId="266"/>
            <ac:spMk id="113" creationId="{C25C1F10-74A5-4967-80EB-3A7C070A6600}"/>
          </ac:spMkLst>
        </pc:spChg>
        <pc:spChg chg="add del">
          <ac:chgData name="Ayub Miaze" userId="cd1b0d68-c582-404f-988a-6b1dba145d1c" providerId="ADAL" clId="{73F2700E-F396-4641-B53F-AE6A49256933}" dt="2026-06-20T07:49:40.683" v="2918"/>
          <ac:spMkLst>
            <pc:docMk/>
            <pc:sldMk cId="0" sldId="266"/>
            <ac:spMk id="114" creationId="{214B93F2-4704-43C4-B937-5A2B4753E62F}"/>
          </ac:spMkLst>
        </pc:spChg>
        <pc:spChg chg="add del">
          <ac:chgData name="Ayub Miaze" userId="cd1b0d68-c582-404f-988a-6b1dba145d1c" providerId="ADAL" clId="{73F2700E-F396-4641-B53F-AE6A49256933}" dt="2026-06-20T07:49:24.378" v="2915"/>
          <ac:spMkLst>
            <pc:docMk/>
            <pc:sldMk cId="0" sldId="266"/>
            <ac:spMk id="115" creationId="{F8F0AFD1-B0F2-4C3A-8570-E8934D965326}"/>
          </ac:spMkLst>
        </pc:spChg>
        <pc:spChg chg="add del">
          <ac:chgData name="Ayub Miaze" userId="cd1b0d68-c582-404f-988a-6b1dba145d1c" providerId="ADAL" clId="{73F2700E-F396-4641-B53F-AE6A49256933}" dt="2026-06-20T07:49:40.243" v="2917"/>
          <ac:spMkLst>
            <pc:docMk/>
            <pc:sldMk cId="0" sldId="266"/>
            <ac:spMk id="116" creationId="{BAE8A789-3FD4-409D-91A2-D0261D5477D4}"/>
          </ac:spMkLst>
        </pc:spChg>
        <pc:spChg chg="add del">
          <ac:chgData name="Ayub Miaze" userId="cd1b0d68-c582-404f-988a-6b1dba145d1c" providerId="ADAL" clId="{73F2700E-F396-4641-B53F-AE6A49256933}" dt="2026-06-20T07:49:57.310" v="2926"/>
          <ac:spMkLst>
            <pc:docMk/>
            <pc:sldMk cId="0" sldId="266"/>
            <ac:spMk id="117" creationId="{B7375780-94A3-4039-989C-EA2391F50C0A}"/>
          </ac:spMkLst>
        </pc:spChg>
        <pc:spChg chg="add del">
          <ac:chgData name="Ayub Miaze" userId="cd1b0d68-c582-404f-988a-6b1dba145d1c" providerId="ADAL" clId="{73F2700E-F396-4641-B53F-AE6A49256933}" dt="2026-06-20T07:49:56.348" v="2924"/>
          <ac:spMkLst>
            <pc:docMk/>
            <pc:sldMk cId="0" sldId="266"/>
            <ac:spMk id="118" creationId="{D3F54D4F-FC99-4BB9-AB16-3A93DD6177A5}"/>
          </ac:spMkLst>
        </pc:spChg>
        <pc:spChg chg="add mod">
          <ac:chgData name="Ayub Miaze" userId="cd1b0d68-c582-404f-988a-6b1dba145d1c" providerId="ADAL" clId="{73F2700E-F396-4641-B53F-AE6A49256933}" dt="2026-06-20T07:50:55.336" v="2948" actId="1038"/>
          <ac:spMkLst>
            <pc:docMk/>
            <pc:sldMk cId="0" sldId="266"/>
            <ac:spMk id="119" creationId="{88DE8D80-B692-4705-B4B6-95EFE28516EF}"/>
          </ac:spMkLst>
        </pc:spChg>
      </pc:sldChg>
      <pc:sldChg chg="addSp delSp modSp mod modTransition setBg">
        <pc:chgData name="Ayub Miaze" userId="cd1b0d68-c582-404f-988a-6b1dba145d1c" providerId="ADAL" clId="{73F2700E-F396-4641-B53F-AE6A49256933}" dt="2026-06-20T13:21:42.599" v="3229" actId="207"/>
        <pc:sldMkLst>
          <pc:docMk/>
          <pc:sldMk cId="0" sldId="267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3:21:42.599" v="3229" actId="207"/>
          <ac:spMkLst>
            <pc:docMk/>
            <pc:sldMk cId="0" sldId="267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3:21:42.599" v="3229" actId="20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3:21:42.599" v="3229" actId="207"/>
          <ac:spMkLst>
            <pc:docMk/>
            <pc:sldMk cId="0" sldId="267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3:21:42.599" v="3229" actId="207"/>
          <ac:spMkLst>
            <pc:docMk/>
            <pc:sldMk cId="0" sldId="267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3:21:42.599" v="3229" actId="207"/>
          <ac:spMkLst>
            <pc:docMk/>
            <pc:sldMk cId="0" sldId="267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4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5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13:21:42.599" v="3229" actId="207"/>
          <ac:spMkLst>
            <pc:docMk/>
            <pc:sldMk cId="0" sldId="267"/>
            <ac:spMk id="5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5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5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5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55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17T14:30:58.332" v="619" actId="478"/>
          <ac:spMkLst>
            <pc:docMk/>
            <pc:sldMk cId="0" sldId="267"/>
            <ac:spMk id="56" creationId="{00000000-0000-0000-0000-000000000000}"/>
          </ac:spMkLst>
        </pc:spChg>
        <pc:spChg chg="add del 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7"/>
            <ac:spMk id="57" creationId="{00000000-0000-0000-0000-000000000000}"/>
          </ac:spMkLst>
        </pc:spChg>
      </pc:sldChg>
      <pc:sldChg chg="addSp delSp modSp mod modTransition setBg">
        <pc:chgData name="Ayub Miaze" userId="cd1b0d68-c582-404f-988a-6b1dba145d1c" providerId="ADAL" clId="{73F2700E-F396-4641-B53F-AE6A49256933}" dt="2026-06-20T08:05:11.196" v="3014"/>
        <pc:sldMkLst>
          <pc:docMk/>
          <pc:sldMk cId="0" sldId="268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34:14.077" v="937" actId="1037"/>
          <ac:spMkLst>
            <pc:docMk/>
            <pc:sldMk cId="0" sldId="268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34:14.077" v="937" actId="1037"/>
          <ac:spMkLst>
            <pc:docMk/>
            <pc:sldMk cId="0" sldId="268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34:14.077" v="937" actId="103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34:14.077" v="937" actId="103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11:34:14.077" v="937" actId="103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8:05:11.196" v="3014"/>
          <ac:spMkLst>
            <pc:docMk/>
            <pc:sldMk cId="0" sldId="268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29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19:13.785" v="335" actId="478"/>
          <ac:spMkLst>
            <pc:docMk/>
            <pc:sldMk cId="0" sldId="268"/>
            <ac:spMk id="30" creationId="{00000000-0000-0000-0000-000000000000}"/>
          </ac:spMkLst>
        </pc:spChg>
        <pc:spChg chg="del mod">
          <ac:chgData name="Ayub Miaze" userId="cd1b0d68-c582-404f-988a-6b1dba145d1c" providerId="ADAL" clId="{73F2700E-F396-4641-B53F-AE6A49256933}" dt="2026-06-17T14:19:22.187" v="337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Ayub Miaze" userId="cd1b0d68-c582-404f-988a-6b1dba145d1c" providerId="ADAL" clId="{73F2700E-F396-4641-B53F-AE6A49256933}" dt="2026-06-17T14:19:09.188" v="334" actId="478"/>
          <ac:spMkLst>
            <pc:docMk/>
            <pc:sldMk cId="0" sldId="268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8" creationId="{00000000-0000-0000-0000-000000000000}"/>
          </ac:spMkLst>
        </pc:spChg>
        <pc:spChg chg="add 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68"/>
            <ac:spMk id="39" creationId="{436B9C88-08B2-4BA2-B525-771692CBB028}"/>
          </ac:spMkLst>
        </pc:spChg>
        <pc:spChg chg="add del mod">
          <ac:chgData name="Ayub Miaze" userId="cd1b0d68-c582-404f-988a-6b1dba145d1c" providerId="ADAL" clId="{73F2700E-F396-4641-B53F-AE6A49256933}" dt="2026-06-17T14:25:58.971" v="519" actId="478"/>
          <ac:spMkLst>
            <pc:docMk/>
            <pc:sldMk cId="0" sldId="268"/>
            <ac:spMk id="40" creationId="{9D8F431A-97FE-4644-8849-D0FA1A076CA5}"/>
          </ac:spMkLst>
        </pc:spChg>
        <pc:spChg chg="add mod">
          <ac:chgData name="Ayub Miaze" userId="cd1b0d68-c582-404f-988a-6b1dba145d1c" providerId="ADAL" clId="{73F2700E-F396-4641-B53F-AE6A49256933}" dt="2026-06-20T05:45:57.165" v="2465" actId="20577"/>
          <ac:spMkLst>
            <pc:docMk/>
            <pc:sldMk cId="0" sldId="268"/>
            <ac:spMk id="41" creationId="{7F7C98E1-1FA9-4676-BF58-3F8807036CA7}"/>
          </ac:spMkLst>
        </pc:spChg>
        <pc:picChg chg="add del mod">
          <ac:chgData name="Ayub Miaze" userId="cd1b0d68-c582-404f-988a-6b1dba145d1c" providerId="ADAL" clId="{73F2700E-F396-4641-B53F-AE6A49256933}" dt="2026-06-17T14:26:56.334" v="528" actId="478"/>
          <ac:picMkLst>
            <pc:docMk/>
            <pc:sldMk cId="0" sldId="268"/>
            <ac:picMk id="45" creationId="{CB65838E-E5C3-4D6B-9526-F0BDCD6A07B9}"/>
          </ac:picMkLst>
        </pc:picChg>
        <pc:picChg chg="add del mod">
          <ac:chgData name="Ayub Miaze" userId="cd1b0d68-c582-404f-988a-6b1dba145d1c" providerId="ADAL" clId="{73F2700E-F396-4641-B53F-AE6A49256933}" dt="2026-06-17T14:26:59.146" v="529" actId="21"/>
          <ac:picMkLst>
            <pc:docMk/>
            <pc:sldMk cId="0" sldId="268"/>
            <ac:picMk id="47" creationId="{BF9D9410-5DD8-4D22-ACF2-0BAA8AE9A470}"/>
          </ac:picMkLst>
        </pc:picChg>
        <pc:picChg chg="add mod">
          <ac:chgData name="Ayub Miaze" userId="cd1b0d68-c582-404f-988a-6b1dba145d1c" providerId="ADAL" clId="{73F2700E-F396-4641-B53F-AE6A49256933}" dt="2026-06-19T08:19:45.676" v="690"/>
          <ac:picMkLst>
            <pc:docMk/>
            <pc:sldMk cId="0" sldId="268"/>
            <ac:picMk id="48" creationId="{7D0E2F91-FD33-45D1-B5F6-E57A45122639}"/>
          </ac:picMkLst>
        </pc:picChg>
      </pc:sldChg>
      <pc:sldChg chg="del modTransition setBg">
        <pc:chgData name="Ayub Miaze" userId="cd1b0d68-c582-404f-988a-6b1dba145d1c" providerId="ADAL" clId="{73F2700E-F396-4641-B53F-AE6A49256933}" dt="2026-06-17T14:18:58.822" v="333" actId="47"/>
        <pc:sldMkLst>
          <pc:docMk/>
          <pc:sldMk cId="0" sldId="269"/>
        </pc:sldMkLst>
      </pc:sldChg>
      <pc:sldChg chg="modSp mod modTransition setBg">
        <pc:chgData name="Ayub Miaze" userId="cd1b0d68-c582-404f-988a-6b1dba145d1c" providerId="ADAL" clId="{73F2700E-F396-4641-B53F-AE6A49256933}" dt="2026-06-20T08:05:11.196" v="3014"/>
        <pc:sldMkLst>
          <pc:docMk/>
          <pc:sldMk cId="0" sldId="270"/>
        </pc:sld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1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2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3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20T08:05:11.196" v="3014"/>
          <ac:spMkLst>
            <pc:docMk/>
            <pc:sldMk cId="0" sldId="270"/>
            <ac:spMk id="4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4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6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7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8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59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60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61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6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6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6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k cId="0" sldId="270"/>
            <ac:spMk id="65" creationId="{00000000-0000-0000-0000-000000000000}"/>
          </ac:spMkLst>
        </pc:spChg>
      </pc:sldChg>
      <pc:sldChg chg="addSp delSp modSp add del mod ord modAnim">
        <pc:chgData name="Ayub Miaze" userId="cd1b0d68-c582-404f-988a-6b1dba145d1c" providerId="ADAL" clId="{73F2700E-F396-4641-B53F-AE6A49256933}" dt="2026-06-20T12:43:53.536" v="3208"/>
        <pc:sldMkLst>
          <pc:docMk/>
          <pc:sldMk cId="0" sldId="271"/>
        </pc:sldMkLst>
        <pc:picChg chg="del mod modCrop">
          <ac:chgData name="Ayub Miaze" userId="cd1b0d68-c582-404f-988a-6b1dba145d1c" providerId="ADAL" clId="{73F2700E-F396-4641-B53F-AE6A49256933}" dt="2026-06-20T07:16:56.244" v="2474" actId="478"/>
          <ac:picMkLst>
            <pc:docMk/>
            <pc:sldMk cId="0" sldId="271"/>
            <ac:picMk id="2" creationId="{00000000-0000-0000-0000-000000000000}"/>
          </ac:picMkLst>
        </pc:picChg>
        <pc:picChg chg="add del">
          <ac:chgData name="Ayub Miaze" userId="cd1b0d68-c582-404f-988a-6b1dba145d1c" providerId="ADAL" clId="{73F2700E-F396-4641-B53F-AE6A49256933}" dt="2026-06-19T08:08:49.616" v="657"/>
          <ac:picMkLst>
            <pc:docMk/>
            <pc:sldMk cId="0" sldId="271"/>
            <ac:picMk id="3" creationId="{7D8B3374-89A1-4561-88BD-DAF9351FBE3D}"/>
          </ac:picMkLst>
        </pc:picChg>
        <pc:picChg chg="add del">
          <ac:chgData name="Ayub Miaze" userId="cd1b0d68-c582-404f-988a-6b1dba145d1c" providerId="ADAL" clId="{73F2700E-F396-4641-B53F-AE6A49256933}" dt="2026-06-19T08:08:58.563" v="659"/>
          <ac:picMkLst>
            <pc:docMk/>
            <pc:sldMk cId="0" sldId="271"/>
            <ac:picMk id="4" creationId="{82ECACC1-9DD9-42E9-BE9E-32E4E0984DB1}"/>
          </ac:picMkLst>
        </pc:picChg>
        <pc:picChg chg="add del mod">
          <ac:chgData name="Ayub Miaze" userId="cd1b0d68-c582-404f-988a-6b1dba145d1c" providerId="ADAL" clId="{73F2700E-F396-4641-B53F-AE6A49256933}" dt="2026-06-20T07:20:49.339" v="2482" actId="478"/>
          <ac:picMkLst>
            <pc:docMk/>
            <pc:sldMk cId="0" sldId="271"/>
            <ac:picMk id="4" creationId="{AA152827-A09B-48C0-944B-614654097201}"/>
          </ac:picMkLst>
        </pc:picChg>
        <pc:picChg chg="add del mod">
          <ac:chgData name="Ayub Miaze" userId="cd1b0d68-c582-404f-988a-6b1dba145d1c" providerId="ADAL" clId="{73F2700E-F396-4641-B53F-AE6A49256933}" dt="2026-06-20T07:20:57.345" v="2484" actId="931"/>
          <ac:picMkLst>
            <pc:docMk/>
            <pc:sldMk cId="0" sldId="271"/>
            <ac:picMk id="6" creationId="{4E0D035A-CF35-4CEC-BD97-7C7FFBC1E2FA}"/>
          </ac:picMkLst>
        </pc:picChg>
        <pc:picChg chg="add mod">
          <ac:chgData name="Ayub Miaze" userId="cd1b0d68-c582-404f-988a-6b1dba145d1c" providerId="ADAL" clId="{73F2700E-F396-4641-B53F-AE6A49256933}" dt="2026-06-20T07:21:16.216" v="2487" actId="14100"/>
          <ac:picMkLst>
            <pc:docMk/>
            <pc:sldMk cId="0" sldId="271"/>
            <ac:picMk id="8" creationId="{5D7525B8-60AA-4CDE-8D89-7D9D190433D1}"/>
          </ac:picMkLst>
        </pc:picChg>
      </pc:sldChg>
      <pc:sldChg chg="addSp delSp modSp new mod ord modTransition setBg">
        <pc:chgData name="Ayub Miaze" userId="cd1b0d68-c582-404f-988a-6b1dba145d1c" providerId="ADAL" clId="{73F2700E-F396-4641-B53F-AE6A49256933}" dt="2026-06-19T11:02:30.812" v="703"/>
        <pc:sldMkLst>
          <pc:docMk/>
          <pc:sldMk cId="2732768533" sldId="272"/>
        </pc:sldMkLst>
        <pc:picChg chg="add del mod">
          <ac:chgData name="Ayub Miaze" userId="cd1b0d68-c582-404f-988a-6b1dba145d1c" providerId="ADAL" clId="{73F2700E-F396-4641-B53F-AE6A49256933}" dt="2026-06-19T08:21:28.372" v="699" actId="478"/>
          <ac:picMkLst>
            <pc:docMk/>
            <pc:sldMk cId="2732768533" sldId="272"/>
            <ac:picMk id="2" creationId="{27EE33EF-8A16-4E2C-A471-67715DCDC3B6}"/>
          </ac:picMkLst>
        </pc:picChg>
        <pc:picChg chg="add del mod">
          <ac:chgData name="Ayub Miaze" userId="cd1b0d68-c582-404f-988a-6b1dba145d1c" providerId="ADAL" clId="{73F2700E-F396-4641-B53F-AE6A49256933}" dt="2026-06-19T08:21:26.385" v="698" actId="21"/>
          <ac:picMkLst>
            <pc:docMk/>
            <pc:sldMk cId="2732768533" sldId="272"/>
            <ac:picMk id="3" creationId="{016024B7-7EC1-46E4-8508-B48B395E5F06}"/>
          </ac:picMkLst>
        </pc:picChg>
        <pc:picChg chg="add mod">
          <ac:chgData name="Ayub Miaze" userId="cd1b0d68-c582-404f-988a-6b1dba145d1c" providerId="ADAL" clId="{73F2700E-F396-4641-B53F-AE6A49256933}" dt="2026-06-19T08:21:38.034" v="701" actId="14100"/>
          <ac:picMkLst>
            <pc:docMk/>
            <pc:sldMk cId="2732768533" sldId="272"/>
            <ac:picMk id="4" creationId="{0C37462F-2C8B-42C2-AF6B-DBEB41A464D1}"/>
          </ac:picMkLst>
        </pc:picChg>
      </pc:sldChg>
      <pc:sldChg chg="addSp delSp modSp new mod">
        <pc:chgData name="Ayub Miaze" userId="cd1b0d68-c582-404f-988a-6b1dba145d1c" providerId="ADAL" clId="{73F2700E-F396-4641-B53F-AE6A49256933}" dt="2026-06-20T07:20:39.602" v="2481" actId="931"/>
        <pc:sldMkLst>
          <pc:docMk/>
          <pc:sldMk cId="2004519959" sldId="273"/>
        </pc:sldMkLst>
        <pc:picChg chg="add del mod modCrop">
          <ac:chgData name="Ayub Miaze" userId="cd1b0d68-c582-404f-988a-6b1dba145d1c" providerId="ADAL" clId="{73F2700E-F396-4641-B53F-AE6A49256933}" dt="2026-06-20T07:15:35.516" v="2470" actId="478"/>
          <ac:picMkLst>
            <pc:docMk/>
            <pc:sldMk cId="2004519959" sldId="273"/>
            <ac:picMk id="2" creationId="{E8E95D9D-15C7-4777-B260-2E22EE38C668}"/>
          </ac:picMkLst>
        </pc:picChg>
        <pc:picChg chg="add del mod">
          <ac:chgData name="Ayub Miaze" userId="cd1b0d68-c582-404f-988a-6b1dba145d1c" providerId="ADAL" clId="{73F2700E-F396-4641-B53F-AE6A49256933}" dt="2026-06-20T07:15:50.764" v="2472" actId="931"/>
          <ac:picMkLst>
            <pc:docMk/>
            <pc:sldMk cId="2004519959" sldId="273"/>
            <ac:picMk id="4" creationId="{881DCB52-DEA2-4431-8D19-19F5126553CD}"/>
          </ac:picMkLst>
        </pc:picChg>
        <pc:picChg chg="add del mod">
          <ac:chgData name="Ayub Miaze" userId="cd1b0d68-c582-404f-988a-6b1dba145d1c" providerId="ADAL" clId="{73F2700E-F396-4641-B53F-AE6A49256933}" dt="2026-06-20T07:20:25.731" v="2478" actId="478"/>
          <ac:picMkLst>
            <pc:docMk/>
            <pc:sldMk cId="2004519959" sldId="273"/>
            <ac:picMk id="6" creationId="{FC032D38-3B1B-439F-9575-45AD4142411C}"/>
          </ac:picMkLst>
        </pc:picChg>
        <pc:picChg chg="add del mod">
          <ac:chgData name="Ayub Miaze" userId="cd1b0d68-c582-404f-988a-6b1dba145d1c" providerId="ADAL" clId="{73F2700E-F396-4641-B53F-AE6A49256933}" dt="2026-06-20T07:20:33.518" v="2480" actId="931"/>
          <ac:picMkLst>
            <pc:docMk/>
            <pc:sldMk cId="2004519959" sldId="273"/>
            <ac:picMk id="8" creationId="{F172140E-E720-4C0C-9BF8-8468C0AA8763}"/>
          </ac:picMkLst>
        </pc:picChg>
        <pc:picChg chg="add mod">
          <ac:chgData name="Ayub Miaze" userId="cd1b0d68-c582-404f-988a-6b1dba145d1c" providerId="ADAL" clId="{73F2700E-F396-4641-B53F-AE6A49256933}" dt="2026-06-20T07:20:39.602" v="2481" actId="931"/>
          <ac:picMkLst>
            <pc:docMk/>
            <pc:sldMk cId="2004519959" sldId="273"/>
            <ac:picMk id="10" creationId="{8D944A72-D08B-4BEF-8447-0EEAABF3C9D0}"/>
          </ac:picMkLst>
        </pc:picChg>
      </pc:sldChg>
      <pc:sldChg chg="addSp modSp new mod">
        <pc:chgData name="Ayub Miaze" userId="cd1b0d68-c582-404f-988a-6b1dba145d1c" providerId="ADAL" clId="{73F2700E-F396-4641-B53F-AE6A49256933}" dt="2026-06-19T11:09:33.129" v="774" actId="14100"/>
        <pc:sldMkLst>
          <pc:docMk/>
          <pc:sldMk cId="1932182945" sldId="274"/>
        </pc:sldMkLst>
        <pc:picChg chg="add mod modCrop">
          <ac:chgData name="Ayub Miaze" userId="cd1b0d68-c582-404f-988a-6b1dba145d1c" providerId="ADAL" clId="{73F2700E-F396-4641-B53F-AE6A49256933}" dt="2026-06-19T11:09:33.129" v="774" actId="14100"/>
          <ac:picMkLst>
            <pc:docMk/>
            <pc:sldMk cId="1932182945" sldId="274"/>
            <ac:picMk id="2" creationId="{80843111-467C-49F9-AC41-57683CB1A4D0}"/>
          </ac:picMkLst>
        </pc:picChg>
      </pc:sldChg>
      <pc:sldChg chg="addSp modSp new mod">
        <pc:chgData name="Ayub Miaze" userId="cd1b0d68-c582-404f-988a-6b1dba145d1c" providerId="ADAL" clId="{73F2700E-F396-4641-B53F-AE6A49256933}" dt="2026-06-19T11:13:51.448" v="794" actId="14100"/>
        <pc:sldMkLst>
          <pc:docMk/>
          <pc:sldMk cId="983546177" sldId="275"/>
        </pc:sldMkLst>
        <pc:picChg chg="add mod modCrop">
          <ac:chgData name="Ayub Miaze" userId="cd1b0d68-c582-404f-988a-6b1dba145d1c" providerId="ADAL" clId="{73F2700E-F396-4641-B53F-AE6A49256933}" dt="2026-06-19T11:13:51.448" v="794" actId="14100"/>
          <ac:picMkLst>
            <pc:docMk/>
            <pc:sldMk cId="983546177" sldId="275"/>
            <ac:picMk id="2" creationId="{21196F61-42D7-4699-B02F-8A40778DC035}"/>
          </ac:picMkLst>
        </pc:picChg>
      </pc:sldChg>
      <pc:sldChg chg="addSp modSp new mod">
        <pc:chgData name="Ayub Miaze" userId="cd1b0d68-c582-404f-988a-6b1dba145d1c" providerId="ADAL" clId="{73F2700E-F396-4641-B53F-AE6A49256933}" dt="2026-06-19T11:13:20.558" v="790" actId="14100"/>
        <pc:sldMkLst>
          <pc:docMk/>
          <pc:sldMk cId="1389704225" sldId="276"/>
        </pc:sldMkLst>
        <pc:picChg chg="add mod modCrop">
          <ac:chgData name="Ayub Miaze" userId="cd1b0d68-c582-404f-988a-6b1dba145d1c" providerId="ADAL" clId="{73F2700E-F396-4641-B53F-AE6A49256933}" dt="2026-06-19T11:13:20.558" v="790" actId="14100"/>
          <ac:picMkLst>
            <pc:docMk/>
            <pc:sldMk cId="1389704225" sldId="276"/>
            <ac:picMk id="2" creationId="{C89CF198-018C-4E4B-8AF1-6FD9E5957FE1}"/>
          </ac:picMkLst>
        </pc:picChg>
      </pc:sldChg>
      <pc:sldChg chg="addSp modSp new mod">
        <pc:chgData name="Ayub Miaze" userId="cd1b0d68-c582-404f-988a-6b1dba145d1c" providerId="ADAL" clId="{73F2700E-F396-4641-B53F-AE6A49256933}" dt="2026-06-20T13:24:09.027" v="3240" actId="14100"/>
        <pc:sldMkLst>
          <pc:docMk/>
          <pc:sldMk cId="67960596" sldId="277"/>
        </pc:sldMkLst>
        <pc:picChg chg="add mod modCrop">
          <ac:chgData name="Ayub Miaze" userId="cd1b0d68-c582-404f-988a-6b1dba145d1c" providerId="ADAL" clId="{73F2700E-F396-4641-B53F-AE6A49256933}" dt="2026-06-20T13:24:09.027" v="3240" actId="14100"/>
          <ac:picMkLst>
            <pc:docMk/>
            <pc:sldMk cId="67960596" sldId="277"/>
            <ac:picMk id="2" creationId="{22657AD5-14DF-40CF-9067-27F84CE9D00C}"/>
          </ac:picMkLst>
        </pc:picChg>
      </pc:sldChg>
      <pc:sldChg chg="addSp delSp modSp new del mod">
        <pc:chgData name="Ayub Miaze" userId="cd1b0d68-c582-404f-988a-6b1dba145d1c" providerId="ADAL" clId="{73F2700E-F396-4641-B53F-AE6A49256933}" dt="2026-06-19T11:17:10.163" v="816" actId="47"/>
        <pc:sldMkLst>
          <pc:docMk/>
          <pc:sldMk cId="3629824815" sldId="278"/>
        </pc:sldMkLst>
        <pc:picChg chg="add del mod">
          <ac:chgData name="Ayub Miaze" userId="cd1b0d68-c582-404f-988a-6b1dba145d1c" providerId="ADAL" clId="{73F2700E-F396-4641-B53F-AE6A49256933}" dt="2026-06-19T11:16:44.848" v="810" actId="478"/>
          <ac:picMkLst>
            <pc:docMk/>
            <pc:sldMk cId="3629824815" sldId="278"/>
            <ac:picMk id="2" creationId="{3A20CF1A-3DA4-4727-A779-6CB4F3741EA6}"/>
          </ac:picMkLst>
        </pc:picChg>
      </pc:sldChg>
      <pc:sldChg chg="modSp add del mod ord">
        <pc:chgData name="Ayub Miaze" userId="cd1b0d68-c582-404f-988a-6b1dba145d1c" providerId="ADAL" clId="{73F2700E-F396-4641-B53F-AE6A49256933}" dt="2026-06-19T11:17:44.588" v="820"/>
        <pc:sldMkLst>
          <pc:docMk/>
          <pc:sldMk cId="0" sldId="279"/>
        </pc:sldMkLst>
        <pc:picChg chg="mod modCrop">
          <ac:chgData name="Ayub Miaze" userId="cd1b0d68-c582-404f-988a-6b1dba145d1c" providerId="ADAL" clId="{73F2700E-F396-4641-B53F-AE6A49256933}" dt="2026-06-19T11:17:28.032" v="818" actId="14100"/>
          <ac:picMkLst>
            <pc:docMk/>
            <pc:sldMk cId="0" sldId="279"/>
            <ac:picMk id="2" creationId="{00000000-0000-0000-0000-000000000000}"/>
          </ac:picMkLst>
        </pc:picChg>
      </pc:sldChg>
      <pc:sldChg chg="addSp modSp new mod ord">
        <pc:chgData name="Ayub Miaze" userId="cd1b0d68-c582-404f-988a-6b1dba145d1c" providerId="ADAL" clId="{73F2700E-F396-4641-B53F-AE6A49256933}" dt="2026-06-20T14:05:06.084" v="3244"/>
        <pc:sldMkLst>
          <pc:docMk/>
          <pc:sldMk cId="857863831" sldId="280"/>
        </pc:sldMkLst>
        <pc:spChg chg="add mod">
          <ac:chgData name="Ayub Miaze" userId="cd1b0d68-c582-404f-988a-6b1dba145d1c" providerId="ADAL" clId="{73F2700E-F396-4641-B53F-AE6A49256933}" dt="2026-06-19T11:45:09.729" v="1022" actId="339"/>
          <ac:spMkLst>
            <pc:docMk/>
            <pc:sldMk cId="857863831" sldId="280"/>
            <ac:spMk id="4" creationId="{69BD8357-0F88-485E-957C-1A03D637AAE1}"/>
          </ac:spMkLst>
        </pc:spChg>
        <pc:graphicFrameChg chg="add mod modGraphic">
          <ac:chgData name="Ayub Miaze" userId="cd1b0d68-c582-404f-988a-6b1dba145d1c" providerId="ADAL" clId="{73F2700E-F396-4641-B53F-AE6A49256933}" dt="2026-06-19T11:46:00.873" v="1025" actId="14861"/>
          <ac:graphicFrameMkLst>
            <pc:docMk/>
            <pc:sldMk cId="857863831" sldId="280"/>
            <ac:graphicFrameMk id="2" creationId="{2386154E-5B5C-46AD-B211-5427E718EBC7}"/>
          </ac:graphicFrameMkLst>
        </pc:graphicFrameChg>
      </pc:sldChg>
      <pc:sldChg chg="addSp delSp modSp new mod modTransition">
        <pc:chgData name="Ayub Miaze" userId="cd1b0d68-c582-404f-988a-6b1dba145d1c" providerId="ADAL" clId="{73F2700E-F396-4641-B53F-AE6A49256933}" dt="2026-06-20T12:56:11.789" v="3226" actId="14100"/>
        <pc:sldMkLst>
          <pc:docMk/>
          <pc:sldMk cId="172748039" sldId="281"/>
        </pc:sldMkLst>
        <pc:spChg chg="add del mod">
          <ac:chgData name="Ayub Miaze" userId="cd1b0d68-c582-404f-988a-6b1dba145d1c" providerId="ADAL" clId="{73F2700E-F396-4641-B53F-AE6A49256933}" dt="2026-06-20T12:35:30.709" v="3171"/>
          <ac:spMkLst>
            <pc:docMk/>
            <pc:sldMk cId="172748039" sldId="281"/>
            <ac:spMk id="2" creationId="{C00EC59A-327F-4715-BDB4-BFE8565ABF9F}"/>
          </ac:spMkLst>
        </pc:spChg>
        <pc:spChg chg="add mod">
          <ac:chgData name="Ayub Miaze" userId="cd1b0d68-c582-404f-988a-6b1dba145d1c" providerId="ADAL" clId="{73F2700E-F396-4641-B53F-AE6A49256933}" dt="2026-06-20T12:38:24.744" v="3178" actId="14100"/>
          <ac:spMkLst>
            <pc:docMk/>
            <pc:sldMk cId="172748039" sldId="281"/>
            <ac:spMk id="3" creationId="{AB7E8281-D489-4B3F-8B97-E74354F6D682}"/>
          </ac:spMkLst>
        </pc:spChg>
        <pc:spChg chg="add del mod">
          <ac:chgData name="Ayub Miaze" userId="cd1b0d68-c582-404f-988a-6b1dba145d1c" providerId="ADAL" clId="{73F2700E-F396-4641-B53F-AE6A49256933}" dt="2026-06-20T12:35:30.709" v="3171"/>
          <ac:spMkLst>
            <pc:docMk/>
            <pc:sldMk cId="172748039" sldId="281"/>
            <ac:spMk id="4" creationId="{1C965425-B4A6-41B7-A786-A81876E483B9}"/>
          </ac:spMkLst>
        </pc:spChg>
        <pc:spChg chg="add del mod">
          <ac:chgData name="Ayub Miaze" userId="cd1b0d68-c582-404f-988a-6b1dba145d1c" providerId="ADAL" clId="{73F2700E-F396-4641-B53F-AE6A49256933}" dt="2026-06-20T12:35:30.709" v="3171"/>
          <ac:spMkLst>
            <pc:docMk/>
            <pc:sldMk cId="172748039" sldId="281"/>
            <ac:spMk id="5" creationId="{88C94CEB-3638-4F72-9182-34DC9EDB2FB5}"/>
          </ac:spMkLst>
        </pc:spChg>
        <pc:spChg chg="add del">
          <ac:chgData name="Ayub Miaze" userId="cd1b0d68-c582-404f-988a-6b1dba145d1c" providerId="ADAL" clId="{73F2700E-F396-4641-B53F-AE6A49256933}" dt="2026-06-20T04:55:40.591" v="1858" actId="22"/>
          <ac:spMkLst>
            <pc:docMk/>
            <pc:sldMk cId="172748039" sldId="281"/>
            <ac:spMk id="5" creationId="{EF0145A8-C517-49BF-AC4F-CBEDD9F76850}"/>
          </ac:spMkLst>
        </pc:spChg>
        <pc:spChg chg="add mod">
          <ac:chgData name="Ayub Miaze" userId="cd1b0d68-c582-404f-988a-6b1dba145d1c" providerId="ADAL" clId="{73F2700E-F396-4641-B53F-AE6A49256933}" dt="2026-06-20T05:16:17.281" v="2237" actId="1076"/>
          <ac:spMkLst>
            <pc:docMk/>
            <pc:sldMk cId="172748039" sldId="281"/>
            <ac:spMk id="7" creationId="{6BA9EE9C-9EBC-4A28-A154-E08F6DE992F0}"/>
          </ac:spMkLst>
        </pc:spChg>
        <pc:spChg chg="add del mod ord">
          <ac:chgData name="Ayub Miaze" userId="cd1b0d68-c582-404f-988a-6b1dba145d1c" providerId="ADAL" clId="{73F2700E-F396-4641-B53F-AE6A49256933}" dt="2026-06-20T05:00:48.543" v="1963" actId="11529"/>
          <ac:spMkLst>
            <pc:docMk/>
            <pc:sldMk cId="172748039" sldId="281"/>
            <ac:spMk id="12" creationId="{59357006-D29B-47F8-B40C-DF1CBDE6EDF4}"/>
          </ac:spMkLst>
        </pc:spChg>
        <pc:spChg chg="add mod">
          <ac:chgData name="Ayub Miaze" userId="cd1b0d68-c582-404f-988a-6b1dba145d1c" providerId="ADAL" clId="{73F2700E-F396-4641-B53F-AE6A49256933}" dt="2026-06-20T05:16:17.281" v="2237" actId="1076"/>
          <ac:spMkLst>
            <pc:docMk/>
            <pc:sldMk cId="172748039" sldId="281"/>
            <ac:spMk id="15" creationId="{2F8D4079-FDE8-45B9-BE18-D8D4D6E39E58}"/>
          </ac:spMkLst>
        </pc:spChg>
        <pc:spChg chg="add mod">
          <ac:chgData name="Ayub Miaze" userId="cd1b0d68-c582-404f-988a-6b1dba145d1c" providerId="ADAL" clId="{73F2700E-F396-4641-B53F-AE6A49256933}" dt="2026-06-20T05:16:17.281" v="2237" actId="1076"/>
          <ac:spMkLst>
            <pc:docMk/>
            <pc:sldMk cId="172748039" sldId="281"/>
            <ac:spMk id="17" creationId="{279712DC-2D28-4822-802D-A08150F94EFE}"/>
          </ac:spMkLst>
        </pc:spChg>
        <pc:spChg chg="add mod">
          <ac:chgData name="Ayub Miaze" userId="cd1b0d68-c582-404f-988a-6b1dba145d1c" providerId="ADAL" clId="{73F2700E-F396-4641-B53F-AE6A49256933}" dt="2026-06-20T12:39:41.229" v="3189" actId="2710"/>
          <ac:spMkLst>
            <pc:docMk/>
            <pc:sldMk cId="172748039" sldId="281"/>
            <ac:spMk id="20" creationId="{ECEB6FA8-A1C1-41BF-9FE2-D9DD91D8FD66}"/>
          </ac:spMkLst>
        </pc:spChg>
        <pc:spChg chg="add mod">
          <ac:chgData name="Ayub Miaze" userId="cd1b0d68-c582-404f-988a-6b1dba145d1c" providerId="ADAL" clId="{73F2700E-F396-4641-B53F-AE6A49256933}" dt="2026-06-20T12:39:41.229" v="3189" actId="2710"/>
          <ac:spMkLst>
            <pc:docMk/>
            <pc:sldMk cId="172748039" sldId="281"/>
            <ac:spMk id="22" creationId="{14DEFE06-D3C4-4802-BBD8-60310D03ECE3}"/>
          </ac:spMkLst>
        </pc:spChg>
        <pc:graphicFrameChg chg="add del mod modGraphic">
          <ac:chgData name="Ayub Miaze" userId="cd1b0d68-c582-404f-988a-6b1dba145d1c" providerId="ADAL" clId="{73F2700E-F396-4641-B53F-AE6A49256933}" dt="2026-06-20T05:41:57.499" v="2432" actId="478"/>
          <ac:graphicFrameMkLst>
            <pc:docMk/>
            <pc:sldMk cId="172748039" sldId="281"/>
            <ac:graphicFrameMk id="25" creationId="{DE762F4F-8363-42F2-B738-F4883886A993}"/>
          </ac:graphicFrameMkLst>
        </pc:graphicFrameChg>
        <pc:picChg chg="add mod">
          <ac:chgData name="Ayub Miaze" userId="cd1b0d68-c582-404f-988a-6b1dba145d1c" providerId="ADAL" clId="{73F2700E-F396-4641-B53F-AE6A49256933}" dt="2026-06-20T05:16:17.281" v="2237" actId="1076"/>
          <ac:picMkLst>
            <pc:docMk/>
            <pc:sldMk cId="172748039" sldId="281"/>
            <ac:picMk id="9" creationId="{5B70493D-DF11-4670-979B-E25E83E1ACFA}"/>
          </ac:picMkLst>
        </pc:picChg>
        <pc:picChg chg="add mod">
          <ac:chgData name="Ayub Miaze" userId="cd1b0d68-c582-404f-988a-6b1dba145d1c" providerId="ADAL" clId="{73F2700E-F396-4641-B53F-AE6A49256933}" dt="2026-06-20T05:16:17.281" v="2237" actId="1076"/>
          <ac:picMkLst>
            <pc:docMk/>
            <pc:sldMk cId="172748039" sldId="281"/>
            <ac:picMk id="11" creationId="{B41C30CA-5BBD-4F20-9C67-D876E78553FF}"/>
          </ac:picMkLst>
        </pc:picChg>
        <pc:picChg chg="add mod">
          <ac:chgData name="Ayub Miaze" userId="cd1b0d68-c582-404f-988a-6b1dba145d1c" providerId="ADAL" clId="{73F2700E-F396-4641-B53F-AE6A49256933}" dt="2026-06-20T12:53:42.005" v="3223" actId="14100"/>
          <ac:picMkLst>
            <pc:docMk/>
            <pc:sldMk cId="172748039" sldId="281"/>
            <ac:picMk id="14" creationId="{3A768941-0265-4F7D-8ACE-19F2FBAA1056}"/>
          </ac:picMkLst>
        </pc:picChg>
        <pc:picChg chg="add mod">
          <ac:chgData name="Ayub Miaze" userId="cd1b0d68-c582-404f-988a-6b1dba145d1c" providerId="ADAL" clId="{73F2700E-F396-4641-B53F-AE6A49256933}" dt="2026-06-20T12:56:11.789" v="3226" actId="14100"/>
          <ac:picMkLst>
            <pc:docMk/>
            <pc:sldMk cId="172748039" sldId="281"/>
            <ac:picMk id="18" creationId="{A1769C91-F868-4527-9F97-FDF338DB7453}"/>
          </ac:picMkLst>
        </pc:picChg>
        <pc:picChg chg="add mod">
          <ac:chgData name="Ayub Miaze" userId="cd1b0d68-c582-404f-988a-6b1dba145d1c" providerId="ADAL" clId="{73F2700E-F396-4641-B53F-AE6A49256933}" dt="2026-06-20T12:40:03.992" v="3201" actId="207"/>
          <ac:picMkLst>
            <pc:docMk/>
            <pc:sldMk cId="172748039" sldId="281"/>
            <ac:picMk id="24" creationId="{5140A51B-A651-4EFE-8527-2DCF454C4E66}"/>
          </ac:picMkLst>
        </pc:picChg>
      </pc:sldChg>
      <pc:sldChg chg="addSp modSp new mod setBg">
        <pc:chgData name="Ayub Miaze" userId="cd1b0d68-c582-404f-988a-6b1dba145d1c" providerId="ADAL" clId="{73F2700E-F396-4641-B53F-AE6A49256933}" dt="2026-06-20T12:34:16.963" v="3167" actId="122"/>
        <pc:sldMkLst>
          <pc:docMk/>
          <pc:sldMk cId="3218398079" sldId="282"/>
        </pc:sldMkLst>
        <pc:spChg chg="add mod">
          <ac:chgData name="Ayub Miaze" userId="cd1b0d68-c582-404f-988a-6b1dba145d1c" providerId="ADAL" clId="{73F2700E-F396-4641-B53F-AE6A49256933}" dt="2026-06-20T08:16:19.863" v="3165" actId="20577"/>
          <ac:spMkLst>
            <pc:docMk/>
            <pc:sldMk cId="3218398079" sldId="282"/>
            <ac:spMk id="3" creationId="{892B4BFF-404A-41D9-99DB-DF128483D028}"/>
          </ac:spMkLst>
        </pc:spChg>
        <pc:graphicFrameChg chg="add mod modGraphic">
          <ac:chgData name="Ayub Miaze" userId="cd1b0d68-c582-404f-988a-6b1dba145d1c" providerId="ADAL" clId="{73F2700E-F396-4641-B53F-AE6A49256933}" dt="2026-06-20T12:34:16.963" v="3167" actId="122"/>
          <ac:graphicFrameMkLst>
            <pc:docMk/>
            <pc:sldMk cId="3218398079" sldId="282"/>
            <ac:graphicFrameMk id="2" creationId="{32B0FC74-0BE4-43B3-A760-EA5B1948606F}"/>
          </ac:graphicFrameMkLst>
        </pc:graphicFrameChg>
      </pc:sldChg>
      <pc:sldChg chg="addSp delSp new del">
        <pc:chgData name="Ayub Miaze" userId="cd1b0d68-c582-404f-988a-6b1dba145d1c" providerId="ADAL" clId="{73F2700E-F396-4641-B53F-AE6A49256933}" dt="2026-06-20T07:44:47.113" v="2821" actId="680"/>
        <pc:sldMkLst>
          <pc:docMk/>
          <pc:sldMk cId="3653402057" sldId="282"/>
        </pc:sldMkLst>
        <pc:spChg chg="add del">
          <ac:chgData name="Ayub Miaze" userId="cd1b0d68-c582-404f-988a-6b1dba145d1c" providerId="ADAL" clId="{73F2700E-F396-4641-B53F-AE6A49256933}" dt="2026-06-20T07:44:45.579" v="2820"/>
          <ac:spMkLst>
            <pc:docMk/>
            <pc:sldMk cId="3653402057" sldId="282"/>
            <ac:spMk id="2" creationId="{DB4159FD-F8C1-44BD-A5A5-AA1AE923FDAF}"/>
          </ac:spMkLst>
        </pc:spChg>
      </pc:sldChg>
      <pc:sldMasterChg chg="modTransition modSldLayout">
        <pc:chgData name="Ayub Miaze" userId="cd1b0d68-c582-404f-988a-6b1dba145d1c" providerId="ADAL" clId="{73F2700E-F396-4641-B53F-AE6A49256933}" dt="2026-06-17T14:01:11.601" v="134"/>
        <pc:sldMasterMkLst>
          <pc:docMk/>
          <pc:sldMasterMk cId="0" sldId="2147483648"/>
        </pc:sldMasterMkLst>
        <pc:sldLayoutChg chg="modTransition">
          <pc:chgData name="Ayub Miaze" userId="cd1b0d68-c582-404f-988a-6b1dba145d1c" providerId="ADAL" clId="{73F2700E-F396-4641-B53F-AE6A49256933}" dt="2026-06-17T14:01:11.601" v="134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Sp modTransition modSldLayout">
        <pc:chgData name="Ayub Miaze" userId="cd1b0d68-c582-404f-988a-6b1dba145d1c" providerId="ADAL" clId="{73F2700E-F396-4641-B53F-AE6A49256933}" dt="2026-06-19T08:19:45.676" v="690"/>
        <pc:sldMasterMkLst>
          <pc:docMk/>
          <pc:sldMasterMk cId="214758475" sldId="2147483651"/>
        </pc:sldMasterMkLst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asterMk cId="214758475" sldId="2147483651"/>
            <ac:spMk id="2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asterMk cId="214758475" sldId="2147483651"/>
            <ac:spMk id="3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asterMk cId="214758475" sldId="2147483651"/>
            <ac:spMk id="4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asterMk cId="214758475" sldId="2147483651"/>
            <ac:spMk id="5" creationId="{00000000-0000-0000-0000-000000000000}"/>
          </ac:spMkLst>
        </pc:spChg>
        <pc:spChg chg="mod">
          <ac:chgData name="Ayub Miaze" userId="cd1b0d68-c582-404f-988a-6b1dba145d1c" providerId="ADAL" clId="{73F2700E-F396-4641-B53F-AE6A49256933}" dt="2026-06-19T08:19:45.676" v="690"/>
          <ac:spMkLst>
            <pc:docMk/>
            <pc:sldMasterMk cId="214758475" sldId="2147483651"/>
            <ac:spMk id="6" creationId="{00000000-0000-0000-0000-000000000000}"/>
          </ac:spMkLst>
        </pc:spChg>
        <pc:sldLayoutChg chg="modSp">
          <pc:chgData name="Ayub Miaze" userId="cd1b0d68-c582-404f-988a-6b1dba145d1c" providerId="ADAL" clId="{73F2700E-F396-4641-B53F-AE6A49256933}" dt="2026-06-19T08:19:45.676" v="690"/>
          <pc:sldLayoutMkLst>
            <pc:docMk/>
            <pc:sldMasterMk cId="214758475" sldId="2147483651"/>
            <pc:sldLayoutMk cId="2302719976" sldId="2147483652"/>
          </pc:sldLayoutMkLst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2302719976" sldId="2147483652"/>
              <ac:spMk id="2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2302719976" sldId="2147483652"/>
              <ac:spMk id="3" creationId="{00000000-0000-0000-0000-000000000000}"/>
            </ac:spMkLst>
          </pc:spChg>
        </pc:sldLayoutChg>
        <pc:sldLayoutChg chg="modSp">
          <pc:chgData name="Ayub Miaze" userId="cd1b0d68-c582-404f-988a-6b1dba145d1c" providerId="ADAL" clId="{73F2700E-F396-4641-B53F-AE6A49256933}" dt="2026-06-19T08:19:45.676" v="690"/>
          <pc:sldLayoutMkLst>
            <pc:docMk/>
            <pc:sldMasterMk cId="214758475" sldId="2147483651"/>
            <pc:sldLayoutMk cId="548629744" sldId="2147483654"/>
          </pc:sldLayoutMkLst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548629744" sldId="2147483654"/>
              <ac:spMk id="2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548629744" sldId="2147483654"/>
              <ac:spMk id="3" creationId="{00000000-0000-0000-0000-000000000000}"/>
            </ac:spMkLst>
          </pc:spChg>
        </pc:sldLayoutChg>
        <pc:sldLayoutChg chg="modSp">
          <pc:chgData name="Ayub Miaze" userId="cd1b0d68-c582-404f-988a-6b1dba145d1c" providerId="ADAL" clId="{73F2700E-F396-4641-B53F-AE6A49256933}" dt="2026-06-19T08:19:45.676" v="690"/>
          <pc:sldLayoutMkLst>
            <pc:docMk/>
            <pc:sldMasterMk cId="214758475" sldId="2147483651"/>
            <pc:sldLayoutMk cId="1162324670" sldId="2147483655"/>
          </pc:sldLayoutMkLst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162324670" sldId="2147483655"/>
              <ac:spMk id="3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162324670" sldId="2147483655"/>
              <ac:spMk id="4" creationId="{00000000-0000-0000-0000-000000000000}"/>
            </ac:spMkLst>
          </pc:spChg>
        </pc:sldLayoutChg>
        <pc:sldLayoutChg chg="modSp">
          <pc:chgData name="Ayub Miaze" userId="cd1b0d68-c582-404f-988a-6b1dba145d1c" providerId="ADAL" clId="{73F2700E-F396-4641-B53F-AE6A49256933}" dt="2026-06-19T08:19:45.676" v="690"/>
          <pc:sldLayoutMkLst>
            <pc:docMk/>
            <pc:sldMasterMk cId="214758475" sldId="2147483651"/>
            <pc:sldLayoutMk cId="1877653644" sldId="2147483656"/>
          </pc:sldLayoutMkLst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877653644" sldId="2147483656"/>
              <ac:spMk id="2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877653644" sldId="2147483656"/>
              <ac:spMk id="3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877653644" sldId="2147483656"/>
              <ac:spMk id="4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877653644" sldId="2147483656"/>
              <ac:spMk id="5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877653644" sldId="2147483656"/>
              <ac:spMk id="6" creationId="{00000000-0000-0000-0000-000000000000}"/>
            </ac:spMkLst>
          </pc:spChg>
        </pc:sldLayoutChg>
        <pc:sldLayoutChg chg="modSp">
          <pc:chgData name="Ayub Miaze" userId="cd1b0d68-c582-404f-988a-6b1dba145d1c" providerId="ADAL" clId="{73F2700E-F396-4641-B53F-AE6A49256933}" dt="2026-06-19T08:19:45.676" v="690"/>
          <pc:sldLayoutMkLst>
            <pc:docMk/>
            <pc:sldMasterMk cId="214758475" sldId="2147483651"/>
            <pc:sldLayoutMk cId="910698517" sldId="2147483659"/>
          </pc:sldLayoutMkLst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910698517" sldId="2147483659"/>
              <ac:spMk id="2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910698517" sldId="2147483659"/>
              <ac:spMk id="3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910698517" sldId="2147483659"/>
              <ac:spMk id="4" creationId="{00000000-0000-0000-0000-000000000000}"/>
            </ac:spMkLst>
          </pc:spChg>
        </pc:sldLayoutChg>
        <pc:sldLayoutChg chg="modSp">
          <pc:chgData name="Ayub Miaze" userId="cd1b0d68-c582-404f-988a-6b1dba145d1c" providerId="ADAL" clId="{73F2700E-F396-4641-B53F-AE6A49256933}" dt="2026-06-19T08:19:45.676" v="690"/>
          <pc:sldLayoutMkLst>
            <pc:docMk/>
            <pc:sldMasterMk cId="214758475" sldId="2147483651"/>
            <pc:sldLayoutMk cId="3282042848" sldId="2147483660"/>
          </pc:sldLayoutMkLst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3282042848" sldId="2147483660"/>
              <ac:spMk id="2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3282042848" sldId="2147483660"/>
              <ac:spMk id="3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3282042848" sldId="2147483660"/>
              <ac:spMk id="4" creationId="{00000000-0000-0000-0000-000000000000}"/>
            </ac:spMkLst>
          </pc:spChg>
        </pc:sldLayoutChg>
        <pc:sldLayoutChg chg="modSp">
          <pc:chgData name="Ayub Miaze" userId="cd1b0d68-c582-404f-988a-6b1dba145d1c" providerId="ADAL" clId="{73F2700E-F396-4641-B53F-AE6A49256933}" dt="2026-06-19T08:19:45.676" v="690"/>
          <pc:sldLayoutMkLst>
            <pc:docMk/>
            <pc:sldMasterMk cId="214758475" sldId="2147483651"/>
            <pc:sldLayoutMk cId="1538176065" sldId="2147483662"/>
          </pc:sldLayoutMkLst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538176065" sldId="2147483662"/>
              <ac:spMk id="2" creationId="{00000000-0000-0000-0000-000000000000}"/>
            </ac:spMkLst>
          </pc:spChg>
          <pc:spChg chg="mod">
            <ac:chgData name="Ayub Miaze" userId="cd1b0d68-c582-404f-988a-6b1dba145d1c" providerId="ADAL" clId="{73F2700E-F396-4641-B53F-AE6A49256933}" dt="2026-06-19T08:19:45.676" v="690"/>
            <ac:spMkLst>
              <pc:docMk/>
              <pc:sldMasterMk cId="214758475" sldId="2147483651"/>
              <pc:sldLayoutMk cId="1538176065" sldId="2147483662"/>
              <ac:spMk id="3" creationId="{00000000-0000-0000-0000-000000000000}"/>
            </ac:spMkLst>
          </pc:spChg>
        </pc:sldLayoutChg>
      </pc:sldMasterChg>
      <pc:sldMasterChg chg="modTransition">
        <pc:chgData name="Ayub Miaze" userId="cd1b0d68-c582-404f-988a-6b1dba145d1c" providerId="ADAL" clId="{73F2700E-F396-4641-B53F-AE6A49256933}" dt="2026-06-19T08:19:45.676" v="690"/>
        <pc:sldMasterMkLst>
          <pc:docMk/>
          <pc:sldMasterMk cId="3107441675" sldId="2147483664"/>
        </pc:sldMasterMkLst>
      </pc:sldMasterChg>
      <pc:sldMasterChg chg="modTransition">
        <pc:chgData name="Ayub Miaze" userId="cd1b0d68-c582-404f-988a-6b1dba145d1c" providerId="ADAL" clId="{73F2700E-F396-4641-B53F-AE6A49256933}" dt="2026-06-19T16:52:54.536" v="1240"/>
        <pc:sldMasterMkLst>
          <pc:docMk/>
          <pc:sldMasterMk cId="2433695005" sldId="2147483677"/>
        </pc:sldMasterMkLst>
      </pc:sldMasterChg>
      <pc:sldMasterChg chg="modTransition">
        <pc:chgData name="Ayub Miaze" userId="cd1b0d68-c582-404f-988a-6b1dba145d1c" providerId="ADAL" clId="{73F2700E-F396-4641-B53F-AE6A49256933}" dt="2026-06-19T16:54:22.996" v="1259"/>
        <pc:sldMasterMkLst>
          <pc:docMk/>
          <pc:sldMasterMk cId="848472765" sldId="2147483696"/>
        </pc:sldMasterMkLst>
      </pc:sldMasterChg>
      <pc:sldMasterChg chg="modTransition">
        <pc:chgData name="Ayub Miaze" userId="cd1b0d68-c582-404f-988a-6b1dba145d1c" providerId="ADAL" clId="{73F2700E-F396-4641-B53F-AE6A49256933}" dt="2026-06-19T16:53:44.260" v="1258"/>
        <pc:sldMasterMkLst>
          <pc:docMk/>
          <pc:sldMasterMk cId="3296104689" sldId="2147483696"/>
        </pc:sldMasterMkLst>
      </pc:sldMasterChg>
      <pc:sldMasterChg chg="modTransition">
        <pc:chgData name="Ayub Miaze" userId="cd1b0d68-c582-404f-988a-6b1dba145d1c" providerId="ADAL" clId="{73F2700E-F396-4641-B53F-AE6A49256933}" dt="2026-06-19T16:53:42.989" v="1257"/>
        <pc:sldMasterMkLst>
          <pc:docMk/>
          <pc:sldMasterMk cId="636631424" sldId="2147483709"/>
        </pc:sldMasterMkLst>
      </pc:sldMasterChg>
      <pc:sldMasterChg chg="modTransition">
        <pc:chgData name="Ayub Miaze" userId="cd1b0d68-c582-404f-988a-6b1dba145d1c" providerId="ADAL" clId="{73F2700E-F396-4641-B53F-AE6A49256933}" dt="2026-06-19T16:54:26.932" v="1260"/>
        <pc:sldMasterMkLst>
          <pc:docMk/>
          <pc:sldMasterMk cId="3746424389" sldId="2147483714"/>
        </pc:sldMasterMkLst>
      </pc:sldMasterChg>
      <pc:sldMasterChg chg="modTransition">
        <pc:chgData name="Ayub Miaze" userId="cd1b0d68-c582-404f-988a-6b1dba145d1c" providerId="ADAL" clId="{73F2700E-F396-4641-B53F-AE6A49256933}" dt="2026-06-19T16:53:41.911" v="1256"/>
        <pc:sldMasterMkLst>
          <pc:docMk/>
          <pc:sldMasterMk cId="4063357365" sldId="2147483722"/>
        </pc:sldMasterMkLst>
      </pc:sldMasterChg>
      <pc:sldMasterChg chg="modTransition">
        <pc:chgData name="Ayub Miaze" userId="cd1b0d68-c582-404f-988a-6b1dba145d1c" providerId="ADAL" clId="{73F2700E-F396-4641-B53F-AE6A49256933}" dt="2026-06-19T16:54:30.341" v="1261"/>
        <pc:sldMasterMkLst>
          <pc:docMk/>
          <pc:sldMasterMk cId="4137797465" sldId="2147483727"/>
        </pc:sldMasterMkLst>
      </pc:sldMasterChg>
      <pc:sldMasterChg chg="modTransition">
        <pc:chgData name="Ayub Miaze" userId="cd1b0d68-c582-404f-988a-6b1dba145d1c" providerId="ADAL" clId="{73F2700E-F396-4641-B53F-AE6A49256933}" dt="2026-06-19T16:53:41.152" v="1255"/>
        <pc:sldMasterMkLst>
          <pc:docMk/>
          <pc:sldMasterMk cId="1483524708" sldId="2147483741"/>
        </pc:sldMasterMkLst>
      </pc:sldMasterChg>
      <pc:sldMasterChg chg="modTransition">
        <pc:chgData name="Ayub Miaze" userId="cd1b0d68-c582-404f-988a-6b1dba145d1c" providerId="ADAL" clId="{73F2700E-F396-4641-B53F-AE6A49256933}" dt="2026-06-19T16:56:06.774" v="1318"/>
        <pc:sldMasterMkLst>
          <pc:docMk/>
          <pc:sldMasterMk cId="1412828047" sldId="2147483745"/>
        </pc:sldMasterMkLst>
      </pc:sldMasterChg>
      <pc:sldMasterChg chg="modTransition">
        <pc:chgData name="Ayub Miaze" userId="cd1b0d68-c582-404f-988a-6b1dba145d1c" providerId="ADAL" clId="{73F2700E-F396-4641-B53F-AE6A49256933}" dt="2026-06-19T16:53:40.901" v="1254"/>
        <pc:sldMasterMkLst>
          <pc:docMk/>
          <pc:sldMasterMk cId="3101236739" sldId="2147483760"/>
        </pc:sldMasterMkLst>
      </pc:sldMasterChg>
      <pc:sldMasterChg chg="modTransition">
        <pc:chgData name="Ayub Miaze" userId="cd1b0d68-c582-404f-988a-6b1dba145d1c" providerId="ADAL" clId="{73F2700E-F396-4641-B53F-AE6A49256933}" dt="2026-06-19T16:56:08.266" v="1319"/>
        <pc:sldMasterMkLst>
          <pc:docMk/>
          <pc:sldMasterMk cId="751923229" sldId="2147483763"/>
        </pc:sldMasterMkLst>
      </pc:sldMasterChg>
      <pc:sldMasterChg chg="modTransition">
        <pc:chgData name="Ayub Miaze" userId="cd1b0d68-c582-404f-988a-6b1dba145d1c" providerId="ADAL" clId="{73F2700E-F396-4641-B53F-AE6A49256933}" dt="2026-06-19T16:53:40.558" v="1253"/>
        <pc:sldMasterMkLst>
          <pc:docMk/>
          <pc:sldMasterMk cId="2786102333" sldId="2147483779"/>
        </pc:sldMasterMkLst>
      </pc:sldMasterChg>
      <pc:sldMasterChg chg="modTransition">
        <pc:chgData name="Ayub Miaze" userId="cd1b0d68-c582-404f-988a-6b1dba145d1c" providerId="ADAL" clId="{73F2700E-F396-4641-B53F-AE6A49256933}" dt="2026-06-19T16:56:10.779" v="1320"/>
        <pc:sldMasterMkLst>
          <pc:docMk/>
          <pc:sldMasterMk cId="478885404" sldId="2147483781"/>
        </pc:sldMasterMkLst>
      </pc:sldMasterChg>
      <pc:sldMasterChg chg="modTransition">
        <pc:chgData name="Ayub Miaze" userId="cd1b0d68-c582-404f-988a-6b1dba145d1c" providerId="ADAL" clId="{73F2700E-F396-4641-B53F-AE6A49256933}" dt="2026-06-19T16:53:40.442" v="1252"/>
        <pc:sldMasterMkLst>
          <pc:docMk/>
          <pc:sldMasterMk cId="1741425476" sldId="2147483798"/>
        </pc:sldMasterMkLst>
      </pc:sldMasterChg>
      <pc:sldMasterChg chg="modTransition setBg modSldLayout">
        <pc:chgData name="Ayub Miaze" userId="cd1b0d68-c582-404f-988a-6b1dba145d1c" providerId="ADAL" clId="{73F2700E-F396-4641-B53F-AE6A49256933}" dt="2026-06-19T16:57:27.246" v="1328"/>
        <pc:sldMasterMkLst>
          <pc:docMk/>
          <pc:sldMasterMk cId="1272883550" sldId="2147483799"/>
        </pc:sldMasterMkLst>
        <pc:sldLayoutChg chg="setBg">
          <pc:chgData name="Ayub Miaze" userId="cd1b0d68-c582-404f-988a-6b1dba145d1c" providerId="ADAL" clId="{73F2700E-F396-4641-B53F-AE6A49256933}" dt="2026-06-19T16:57:27.246" v="1328"/>
          <pc:sldLayoutMkLst>
            <pc:docMk/>
            <pc:sldMasterMk cId="1272883550" sldId="2147483799"/>
            <pc:sldLayoutMk cId="1577213809" sldId="2147483816"/>
          </pc:sldLayoutMkLst>
        </pc:sldLayoutChg>
      </pc:sldMasterChg>
      <pc:sldMasterChg chg="modTransition">
        <pc:chgData name="Ayub Miaze" userId="cd1b0d68-c582-404f-988a-6b1dba145d1c" providerId="ADAL" clId="{73F2700E-F396-4641-B53F-AE6A49256933}" dt="2026-06-19T17:04:29.563" v="1373"/>
        <pc:sldMasterMkLst>
          <pc:docMk/>
          <pc:sldMasterMk cId="3853539145" sldId="2147483817"/>
        </pc:sldMasterMkLst>
      </pc:sldMasterChg>
      <pc:sldMasterChg chg="modTransition">
        <pc:chgData name="Ayub Miaze" userId="cd1b0d68-c582-404f-988a-6b1dba145d1c" providerId="ADAL" clId="{73F2700E-F396-4641-B53F-AE6A49256933}" dt="2026-06-20T05:02:48.700" v="2045"/>
        <pc:sldMasterMkLst>
          <pc:docMk/>
          <pc:sldMasterMk cId="3959553599" sldId="2147483817"/>
        </pc:sldMasterMkLst>
      </pc:sldMasterChg>
      <pc:sldMasterChg chg="modTransition">
        <pc:chgData name="Ayub Miaze" userId="cd1b0d68-c582-404f-988a-6b1dba145d1c" providerId="ADAL" clId="{73F2700E-F396-4641-B53F-AE6A49256933}" dt="2026-06-19T16:57:21.751" v="1327"/>
        <pc:sldMasterMkLst>
          <pc:docMk/>
          <pc:sldMasterMk cId="4023980506" sldId="2147483817"/>
        </pc:sldMasterMkLst>
      </pc:sldMasterChg>
      <pc:sldMasterChg chg="modTransition">
        <pc:chgData name="Ayub Miaze" userId="cd1b0d68-c582-404f-988a-6b1dba145d1c" providerId="ADAL" clId="{73F2700E-F396-4641-B53F-AE6A49256933}" dt="2026-06-19T16:53:40.062" v="1251"/>
        <pc:sldMasterMkLst>
          <pc:docMk/>
          <pc:sldMasterMk cId="4231636961" sldId="2147483817"/>
        </pc:sldMasterMkLst>
      </pc:sldMasterChg>
      <pc:sldMasterChg chg="modTransition">
        <pc:chgData name="Ayub Miaze" userId="cd1b0d68-c582-404f-988a-6b1dba145d1c" providerId="ADAL" clId="{73F2700E-F396-4641-B53F-AE6A49256933}" dt="2026-06-20T05:05:23.839" v="2176"/>
        <pc:sldMasterMkLst>
          <pc:docMk/>
          <pc:sldMasterMk cId="1857847038" sldId="2147483830"/>
        </pc:sldMasterMkLst>
      </pc:sldMasterChg>
      <pc:sldMasterChg chg="modTransition">
        <pc:chgData name="Ayub Miaze" userId="cd1b0d68-c582-404f-988a-6b1dba145d1c" providerId="ADAL" clId="{73F2700E-F396-4641-B53F-AE6A49256933}" dt="2026-06-19T17:04:29.078" v="1372"/>
        <pc:sldMasterMkLst>
          <pc:docMk/>
          <pc:sldMasterMk cId="2981151864" sldId="2147483835"/>
        </pc:sldMasterMkLst>
      </pc:sldMasterChg>
      <pc:sldMasterChg chg="modTransition">
        <pc:chgData name="Ayub Miaze" userId="cd1b0d68-c582-404f-988a-6b1dba145d1c" providerId="ADAL" clId="{73F2700E-F396-4641-B53F-AE6A49256933}" dt="2026-06-19T16:53:39.755" v="1250"/>
        <pc:sldMasterMkLst>
          <pc:docMk/>
          <pc:sldMasterMk cId="2886092335" sldId="2147483836"/>
        </pc:sldMasterMkLst>
      </pc:sldMasterChg>
      <pc:sldMasterChg chg="modTransition">
        <pc:chgData name="Ayub Miaze" userId="cd1b0d68-c582-404f-988a-6b1dba145d1c" providerId="ADAL" clId="{73F2700E-F396-4641-B53F-AE6A49256933}" dt="2026-06-20T05:05:25.159" v="2177"/>
        <pc:sldMasterMkLst>
          <pc:docMk/>
          <pc:sldMasterMk cId="3911814664" sldId="2147483843"/>
        </pc:sldMasterMkLst>
      </pc:sldMasterChg>
      <pc:sldMasterChg chg="modTransition">
        <pc:chgData name="Ayub Miaze" userId="cd1b0d68-c582-404f-988a-6b1dba145d1c" providerId="ADAL" clId="{73F2700E-F396-4641-B53F-AE6A49256933}" dt="2026-06-19T17:04:28.541" v="1371"/>
        <pc:sldMasterMkLst>
          <pc:docMk/>
          <pc:sldMasterMk cId="322022128" sldId="2147483848"/>
        </pc:sldMasterMkLst>
      </pc:sldMasterChg>
      <pc:sldMasterChg chg="modTransition">
        <pc:chgData name="Ayub Miaze" userId="cd1b0d68-c582-404f-988a-6b1dba145d1c" providerId="ADAL" clId="{73F2700E-F396-4641-B53F-AE6A49256933}" dt="2026-06-20T08:12:28.363" v="3130"/>
        <pc:sldMasterMkLst>
          <pc:docMk/>
          <pc:sldMasterMk cId="2888245176" sldId="2147483856"/>
        </pc:sldMasterMkLst>
      </pc:sldMasterChg>
      <pc:sldMasterChg chg="modTransition">
        <pc:chgData name="Ayub Miaze" userId="cd1b0d68-c582-404f-988a-6b1dba145d1c" providerId="ADAL" clId="{73F2700E-F396-4641-B53F-AE6A49256933}" dt="2026-06-19T17:04:27.863" v="1370"/>
        <pc:sldMasterMkLst>
          <pc:docMk/>
          <pc:sldMasterMk cId="349342190" sldId="2147483861"/>
        </pc:sldMasterMkLst>
      </pc:sldMasterChg>
      <pc:sldMasterChg chg="modTransition">
        <pc:chgData name="Ayub Miaze" userId="cd1b0d68-c582-404f-988a-6b1dba145d1c" providerId="ADAL" clId="{73F2700E-F396-4641-B53F-AE6A49256933}" dt="2026-06-19T17:04:26.838" v="1369"/>
        <pc:sldMasterMkLst>
          <pc:docMk/>
          <pc:sldMasterMk cId="955313542" sldId="214748388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299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49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010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302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8172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566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5327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3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388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9677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873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313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097089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24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ransition spd="slow">
    <p:wipe dir="r"/>
  </p:transition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36576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10058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6459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22860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36576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10058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16459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22860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36576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058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459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2860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6576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0058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6459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2860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36576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0058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6459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22860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36576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100584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164592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2286000"/>
            <a:ext cx="64008" cy="6400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74320"/>
            <a:ext cx="21945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4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ORACLE  TRAINING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256032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5603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A1A00"/>
                </a:solidFill>
              </a:rPr>
              <a:t>🎓  FREE WEBINAR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19c</a:t>
            </a:r>
            <a:endParaRPr lang="en-US" sz="4800" dirty="0"/>
          </a:p>
        </p:txBody>
      </p:sp>
      <p:sp>
        <p:nvSpPr>
          <p:cNvPr id="32" name="Shape 30"/>
          <p:cNvSpPr/>
          <p:nvPr/>
        </p:nvSpPr>
        <p:spPr>
          <a:xfrm>
            <a:off x="384048" y="2103120"/>
            <a:ext cx="32918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PL/SQL  ·  Oracle APEX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84048" y="2788920"/>
            <a:ext cx="868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Beginner-to-Intermediate Corporate Training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84049" y="3337560"/>
            <a:ext cx="1931769" cy="10698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0B4D8"/>
                </a:solidFill>
              </a:rPr>
              <a:t>Duration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+ 8 Bonus Hrs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448405" y="3342132"/>
            <a:ext cx="2194560" cy="1088136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9736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0B4D8"/>
                </a:solidFill>
              </a:rPr>
              <a:t>Schedule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64307" y="3685032"/>
            <a:ext cx="2189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/ Week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86884" y="3360420"/>
            <a:ext cx="2194560" cy="106984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3274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0B4D8"/>
                </a:solidFill>
              </a:rPr>
              <a:t>Mode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5079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Practical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166909" y="3342132"/>
            <a:ext cx="1897579" cy="10561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461504" y="3401568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0B4D8"/>
                </a:solidFill>
              </a:rPr>
              <a:t>Level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25140" y="3716838"/>
            <a:ext cx="15111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Intermediate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Ayub Miaze  |  Oracle Database Professional &amp; Software Engineer at ERA  |  2022–2026</a:t>
            </a:r>
            <a:endParaRPr lang="en-US" sz="1000" dirty="0"/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7525B8-60AA-4CDE-8D89-7D9D19043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ToD's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Webinar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i="1" dirty="0">
                <a:solidFill>
                  <a:srgbClr val="00B4D8"/>
                </a:solidFill>
              </a:rPr>
              <a:t>What we'll cover in the next 60–90 minutes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854" y="1078992"/>
            <a:ext cx="73152" cy="804672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147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152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6E7F"/>
                </a:solidFill>
              </a:rPr>
              <a:t>0–5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4081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Welcome &amp; Trainer Introduction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3911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4854" y="2039112"/>
            <a:ext cx="73152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147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3A6B"/>
                </a:solidFill>
              </a:rPr>
              <a:t>5–15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368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What is Oracle Database 19c?  Why Learn It?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99923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44854" y="2999232"/>
            <a:ext cx="73152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147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C0392B"/>
                </a:solidFill>
              </a:rPr>
              <a:t>15–30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28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SQL Live Demo — Queries on a Real 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95935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44854" y="3959352"/>
            <a:ext cx="73152" cy="804672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147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6E7F"/>
                </a:solidFill>
              </a:rPr>
              <a:t>30–45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2885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PL/SQL Live Demo — Write Your First Package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07899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78992"/>
            <a:ext cx="73152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9243" y="11706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0" y="1152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3A6B"/>
                </a:solidFill>
              </a:rPr>
              <a:t>45–55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14081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Oracle APEX — Build a Web App in Minutes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03911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039112"/>
            <a:ext cx="73152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9243" y="21307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2112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39C12"/>
                </a:solidFill>
              </a:rPr>
              <a:t>55–65 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2368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Career Paths, Certifications &amp; Job Scope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99923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99232"/>
            <a:ext cx="73152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9243" y="30908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30352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7AE60"/>
                </a:solidFill>
              </a:rPr>
              <a:t>65–75 min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3328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Full Course Overview &amp; What You Will Learn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959352"/>
            <a:ext cx="4251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959352"/>
            <a:ext cx="73152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9243" y="405097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303520" y="4032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C0392B"/>
                </a:solidFill>
              </a:rPr>
              <a:t>75–90 min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42885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2C3E50"/>
                </a:solidFill>
              </a:rPr>
              <a:t>Live Q&amp;A — Ask Me Anything!</a:t>
            </a:r>
            <a:endParaRPr lang="en-US" sz="1100" dirty="0"/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843"/>
            <a:ext cx="32004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Ayub Miaze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880" y="3108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00B4D8"/>
                </a:solidFill>
              </a:rPr>
              <a:t>Software Engineer ERA</a:t>
            </a:r>
            <a:endParaRPr lang="en-US" sz="1000" dirty="0"/>
          </a:p>
          <a:p>
            <a:pPr algn="ctr"/>
            <a:r>
              <a:rPr lang="en-US" sz="1000" i="1" dirty="0">
                <a:solidFill>
                  <a:srgbClr val="00B4D8"/>
                </a:solidFill>
              </a:rPr>
              <a:t>&amp; Oracle Certified Professional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A1A00"/>
                </a:solidFill>
              </a:rPr>
              <a:t>6+ Years Experience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Trainer</a:t>
            </a:r>
            <a:endParaRPr lang="en-US" sz="2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74720" y="868680"/>
            <a:ext cx="53035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005840"/>
            <a:ext cx="384048" cy="384048"/>
          </a:xfrm>
          <a:prstGeom prst="ellipse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🗄️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50208" y="10058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Oracle Professional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50208" y="12070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2A4"/>
                </a:solidFill>
              </a:rPr>
              <a:t>6+ years designing enterprise Oracle solutions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755648"/>
            <a:ext cx="384048" cy="384048"/>
          </a:xfrm>
          <a:prstGeom prst="ellipse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50208" y="17556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Corporate Trainer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50208" y="195681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2A4"/>
                </a:solidFill>
              </a:rPr>
              <a:t>Trained students and professionals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2505456"/>
            <a:ext cx="384048" cy="384048"/>
          </a:xfrm>
          <a:prstGeom prst="ellipse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50208" y="25054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Industry Experience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50208" y="27066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2A4"/>
                </a:solidFill>
              </a:rPr>
              <a:t>Banking, Finance, HR, POS, ERP systems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255264"/>
            <a:ext cx="384048" cy="384048"/>
          </a:xfrm>
          <a:prstGeom prst="ellipse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50208" y="32552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Certifications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950208" y="34564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2A4"/>
                </a:solidFill>
              </a:rPr>
              <a:t>Oracle SQL 1Z0-071 · PL/SQL 1Z0-149 · APEX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4005072"/>
            <a:ext cx="384048" cy="384048"/>
          </a:xfrm>
          <a:prstGeom prst="ellipse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50208" y="40050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Teaching Style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950208" y="420624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2A4"/>
                </a:solidFill>
              </a:rPr>
              <a:t>80% hands-on, real-world examples, live coding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A97E1E5-9066-42ED-9D86-9ACD82E99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33" y="787648"/>
            <a:ext cx="1769277" cy="1907565"/>
          </a:xfrm>
          <a:prstGeom prst="ellipse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7E8281-D489-4B3F-8B97-E74354F6D682}"/>
              </a:ext>
            </a:extLst>
          </p:cNvPr>
          <p:cNvSpPr txBox="1"/>
          <p:nvPr/>
        </p:nvSpPr>
        <p:spPr>
          <a:xfrm>
            <a:off x="0" y="631919"/>
            <a:ext cx="474096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0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Data represents raw elements or unprocessed facts</a:t>
            </a:r>
            <a:r>
              <a:rPr lang="en-US" sz="11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, from numerical values and symbolic representations to textual content and visual imagery.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9EE9C-9EBC-4A28-A154-E08F6DE992F0}"/>
              </a:ext>
            </a:extLst>
          </p:cNvPr>
          <p:cNvSpPr txBox="1"/>
          <p:nvPr/>
        </p:nvSpPr>
        <p:spPr>
          <a:xfrm>
            <a:off x="353107" y="285337"/>
            <a:ext cx="45765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0D0F12"/>
                </a:solidFill>
                <a:effectLst/>
                <a:latin typeface="Source Sans Pro" panose="020B0503030403020204" pitchFamily="34" charset="0"/>
              </a:rPr>
              <a:t>What Is the Definition of Data?</a:t>
            </a:r>
          </a:p>
        </p:txBody>
      </p:sp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5B70493D-DF11-4670-979B-E25E83E1A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845" y="1252885"/>
            <a:ext cx="380246" cy="313004"/>
          </a:xfrm>
          <a:prstGeom prst="rect">
            <a:avLst/>
          </a:prstGeom>
        </p:spPr>
      </p:pic>
      <p:pic>
        <p:nvPicPr>
          <p:cNvPr id="11" name="Graphic 10" descr="Presentation with pie chart">
            <a:extLst>
              <a:ext uri="{FF2B5EF4-FFF2-40B4-BE49-F238E27FC236}">
                <a16:creationId xmlns:a16="http://schemas.microsoft.com/office/drawing/2014/main" id="{B41C30CA-5BBD-4F20-9C67-D876E7855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40" y="285338"/>
            <a:ext cx="419856" cy="3693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768941-0265-4F7D-8ACE-19F2FBAA1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1" y="103661"/>
            <a:ext cx="4526154" cy="2468089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8D4079-FDE8-45B9-BE18-D8D4D6E39E58}"/>
              </a:ext>
            </a:extLst>
          </p:cNvPr>
          <p:cNvSpPr/>
          <p:nvPr/>
        </p:nvSpPr>
        <p:spPr>
          <a:xfrm>
            <a:off x="371773" y="1252885"/>
            <a:ext cx="3704567" cy="3130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What is Database?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9712DC-2D28-4822-802D-A08150F94EFE}"/>
              </a:ext>
            </a:extLst>
          </p:cNvPr>
          <p:cNvSpPr txBox="1"/>
          <p:nvPr/>
        </p:nvSpPr>
        <p:spPr>
          <a:xfrm>
            <a:off x="45845" y="156588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is an organized collection of data stored electronically in a computer system.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1769C91-F868-4527-9F97-FDF338DB74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57" y="2638949"/>
            <a:ext cx="4526154" cy="2360433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EB6FA8-A1C1-41BF-9FE2-D9DD91D8FD66}"/>
              </a:ext>
            </a:extLst>
          </p:cNvPr>
          <p:cNvSpPr txBox="1"/>
          <p:nvPr/>
        </p:nvSpPr>
        <p:spPr>
          <a:xfrm>
            <a:off x="5057147" y="3604647"/>
            <a:ext cx="4107468" cy="826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i="0" dirty="0">
                <a:effectLst/>
                <a:latin typeface="Arial" panose="020B0604020202020204" pitchFamily="34" charset="0"/>
              </a:rPr>
              <a:t>A relational database management system (RDBMS) is a type of database</a:t>
            </a:r>
            <a:r>
              <a:rPr lang="en-US" sz="1100" b="0" i="0" dirty="0">
                <a:effectLst/>
                <a:latin typeface="Arial" panose="020B0604020202020204" pitchFamily="34" charset="0"/>
              </a:rPr>
              <a:t> that stores and provides access to data points that are related to one another.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DEFE06-D3C4-4802-BBD8-60310D03ECE3}"/>
              </a:ext>
            </a:extLst>
          </p:cNvPr>
          <p:cNvSpPr txBox="1"/>
          <p:nvPr/>
        </p:nvSpPr>
        <p:spPr>
          <a:xfrm>
            <a:off x="5498480" y="3303098"/>
            <a:ext cx="3659880" cy="42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What is RDBMS?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Graphic 23" descr="Hierarchy">
            <a:extLst>
              <a:ext uri="{FF2B5EF4-FFF2-40B4-BE49-F238E27FC236}">
                <a16:creationId xmlns:a16="http://schemas.microsoft.com/office/drawing/2014/main" id="{5140A51B-A651-4EFE-8527-2DCF454C4E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52171" y="3360604"/>
            <a:ext cx="453299" cy="3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8039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86154E-5B5C-46AD-B211-5427E718E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45715"/>
              </p:ext>
            </p:extLst>
          </p:nvPr>
        </p:nvGraphicFramePr>
        <p:xfrm>
          <a:off x="697119" y="1376129"/>
          <a:ext cx="7976100" cy="3196042"/>
        </p:xfrm>
        <a:graphic>
          <a:graphicData uri="http://schemas.openxmlformats.org/drawingml/2006/table">
            <a:tbl>
              <a:tblPr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064189">
                  <a:extLst>
                    <a:ext uri="{9D8B030D-6E8A-4147-A177-3AD203B41FA5}">
                      <a16:colId xmlns:a16="http://schemas.microsoft.com/office/drawing/2014/main" val="3782147856"/>
                    </a:ext>
                  </a:extLst>
                </a:gridCol>
                <a:gridCol w="1126251">
                  <a:extLst>
                    <a:ext uri="{9D8B030D-6E8A-4147-A177-3AD203B41FA5}">
                      <a16:colId xmlns:a16="http://schemas.microsoft.com/office/drawing/2014/main" val="1097881925"/>
                    </a:ext>
                  </a:extLst>
                </a:gridCol>
                <a:gridCol w="1595220">
                  <a:extLst>
                    <a:ext uri="{9D8B030D-6E8A-4147-A177-3AD203B41FA5}">
                      <a16:colId xmlns:a16="http://schemas.microsoft.com/office/drawing/2014/main" val="967436667"/>
                    </a:ext>
                  </a:extLst>
                </a:gridCol>
                <a:gridCol w="1595220">
                  <a:extLst>
                    <a:ext uri="{9D8B030D-6E8A-4147-A177-3AD203B41FA5}">
                      <a16:colId xmlns:a16="http://schemas.microsoft.com/office/drawing/2014/main" val="3444748726"/>
                    </a:ext>
                  </a:extLst>
                </a:gridCol>
                <a:gridCol w="1595220">
                  <a:extLst>
                    <a:ext uri="{9D8B030D-6E8A-4147-A177-3AD203B41FA5}">
                      <a16:colId xmlns:a16="http://schemas.microsoft.com/office/drawing/2014/main" val="631867636"/>
                    </a:ext>
                  </a:extLst>
                </a:gridCol>
              </a:tblGrid>
              <a:tr h="323023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Language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Era/Year</a:t>
                      </a:r>
                      <a:endParaRPr 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Key Pioneer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Core Purpose</a:t>
                      </a:r>
                      <a:endParaRPr lang="en-US" sz="12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Major Milestone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0009"/>
                  </a:ext>
                </a:extLst>
              </a:tr>
              <a:tr h="1436424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SQL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200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(Structured Query Language)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1970s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(1974)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E.F. Codd (IBM) / Larry Ellison (Oracle)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read, insert, and update data stored in relational tables using simple declarative statements.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Became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ANSI/ISO global standard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 1986/1987, turning into the universal language for data.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626654"/>
                  </a:ext>
                </a:extLst>
              </a:tr>
              <a:tr h="1436424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PL/SQL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2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(Procedural Language/SQL)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1990s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(1991)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Oracle Corporation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 add programming logic (loops, conditions, variables) directly inside the database to process data faster.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Introduced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Stored Procedures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in 1993 (Oracle 7), eliminating massive network lag between apps and databases.</a:t>
                      </a:r>
                    </a:p>
                  </a:txBody>
                  <a:tcPr marL="105236" marR="105236" marT="70157" marB="7015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46230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9BD8357-0F88-485E-957C-1A03D637AAE1}"/>
              </a:ext>
            </a:extLst>
          </p:cNvPr>
          <p:cNvSpPr txBox="1"/>
          <p:nvPr/>
        </p:nvSpPr>
        <p:spPr>
          <a:xfrm>
            <a:off x="2399168" y="778655"/>
            <a:ext cx="4707801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 rtl="0"/>
            <a:r>
              <a:rPr lang="en-US" b="1" dirty="0">
                <a:solidFill>
                  <a:schemeClr val="bg1"/>
                </a:solidFill>
                <a:latin typeface="Google Sans Text"/>
              </a:rPr>
              <a:t>History of SQL , PL-SQL</a:t>
            </a:r>
            <a:endParaRPr lang="en-US" sz="1800" b="1" dirty="0">
              <a:solidFill>
                <a:schemeClr val="bg1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857863831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Oracle Database?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00B4D8"/>
                </a:solidFill>
              </a:rPr>
              <a:t>The world's most trusted enterprise database — powering banks, hospitals, governments &amp; Fortune 500 companies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2677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Enterprise Database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in the World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371600"/>
            <a:ext cx="192024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14600" y="22677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Years Powering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Mission-Critical Systems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06E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63440" y="22677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Fortune 100 Companies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Use Oracle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92024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463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175K+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12280" y="226771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Oracle Certifications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Issued Globally/Year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192024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64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🏦</a:t>
            </a:r>
          </a:p>
        </p:txBody>
      </p:sp>
      <p:sp>
        <p:nvSpPr>
          <p:cNvPr id="18" name="Text 16"/>
          <p:cNvSpPr/>
          <p:nvPr/>
        </p:nvSpPr>
        <p:spPr>
          <a:xfrm>
            <a:off x="438912" y="385876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C8DCF0"/>
                </a:solidFill>
              </a:rPr>
              <a:t>Used in 90% of Bangladesh's banking and financial systems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3291840"/>
            <a:ext cx="192024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364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💰</a:t>
            </a:r>
          </a:p>
        </p:txBody>
      </p:sp>
      <p:sp>
        <p:nvSpPr>
          <p:cNvPr id="21" name="Text 19"/>
          <p:cNvSpPr/>
          <p:nvPr/>
        </p:nvSpPr>
        <p:spPr>
          <a:xfrm>
            <a:off x="2587752" y="385876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C8DCF0"/>
                </a:solidFill>
              </a:rPr>
              <a:t>Oracle Developers earn top salaries in BD, ME &amp; Southeast Asia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291840"/>
            <a:ext cx="192024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364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📈</a:t>
            </a:r>
          </a:p>
        </p:txBody>
      </p:sp>
      <p:sp>
        <p:nvSpPr>
          <p:cNvPr id="24" name="Text 22"/>
          <p:cNvSpPr/>
          <p:nvPr/>
        </p:nvSpPr>
        <p:spPr>
          <a:xfrm>
            <a:off x="4736592" y="385876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C8DCF0"/>
                </a:solidFill>
              </a:rPr>
              <a:t>Massive job demand — Oracle skills appear in 40% of IT job ads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12280" y="3291840"/>
            <a:ext cx="192024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364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🎓</a:t>
            </a:r>
          </a:p>
        </p:txBody>
      </p:sp>
      <p:sp>
        <p:nvSpPr>
          <p:cNvPr id="27" name="Text 25"/>
          <p:cNvSpPr/>
          <p:nvPr/>
        </p:nvSpPr>
        <p:spPr>
          <a:xfrm>
            <a:off x="6885432" y="385876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dirty="0">
                <a:solidFill>
                  <a:srgbClr val="C8DCF0"/>
                </a:solidFill>
              </a:rPr>
              <a:t>Industry-recognized certifications: 1Z0-071, 1Z0-149, 1Z0-082</a:t>
            </a:r>
            <a:endParaRPr lang="en-US" sz="950" dirty="0"/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37462F-2C8B-42C2-AF6B-DBEB41A464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319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softEdge rad="0"/>
          </a:effectLst>
          <a:scene3d>
            <a:camera prst="orthographicFront"/>
            <a:lightRig rig="threePt" dir="t"/>
          </a:scene3d>
          <a:sp3d>
            <a:bevelT w="6350"/>
          </a:sp3d>
        </p:spPr>
      </p:pic>
    </p:spTree>
    <p:extLst>
      <p:ext uri="{BB962C8B-B14F-4D97-AF65-F5344CB8AC3E}">
        <p14:creationId xmlns:p14="http://schemas.microsoft.com/office/powerpoint/2010/main" val="2732768533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944A72-D08B-4BEF-8447-0EEAABF3C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" y="0"/>
            <a:ext cx="91417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1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960120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PART 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A1A00"/>
                </a:solidFill>
              </a:rPr>
              <a:t>17 hrs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SELECT, WHERE, ORDER BY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JOINs &amp; Subqueries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Analytics &amp; CTEs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DDL/DML/TCL/DCL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Views, Sequences, Indexes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04872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04872" y="1005840"/>
            <a:ext cx="2011680" cy="9601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04872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PART II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0487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07792" y="20299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A1A00"/>
                </a:solidFill>
              </a:rPr>
              <a:t>22 hrs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96312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B3A6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Blocks, Variables, Loops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96312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B3A6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Procedures &amp; Functions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96312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B3A6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Packages (Industry Std)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96312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B3A6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Cursors &amp; Collections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96312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1B3A6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BULK, Triggers, Dynamic SQL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81144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81144" y="1005840"/>
            <a:ext cx="201168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81144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81144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PART III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81144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84064" y="20299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A1A00"/>
                </a:solidFill>
              </a:rPr>
              <a:t>8 hrs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72584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0392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APEX Architecture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72584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0392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App Builder &amp; Page Designer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72584" y="3008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0392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Interactive Reports &amp; Grid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72584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0392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Dynamic Actions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72584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0392B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Authentication &amp; REST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57416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757416" y="1005840"/>
            <a:ext cx="2011680" cy="960120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57416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57416" y="1463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PART IV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5741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Basics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260336" y="20299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1A1A00"/>
                </a:solidFill>
              </a:rPr>
              <a:t>3 hrs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48856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Users &amp; Roles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48856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Tablespaces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848856" y="2970243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Scheduler Jobs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48856" y="322393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006E7F"/>
                </a:solidFill>
              </a:rPr>
              <a:t>▸ </a:t>
            </a:r>
            <a:r>
              <a:rPr lang="en-US" sz="950" dirty="0">
                <a:solidFill>
                  <a:srgbClr val="2C3E50"/>
                </a:solidFill>
              </a:rPr>
              <a:t>V$ Views &amp; Monitoring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4773168"/>
            <a:ext cx="85496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⭐  BONUS: +8 Hours — Advanced SQL · Advanced PL/SQL · APEX Deep Dive · Performance Tuning &amp; Interview Mock</a:t>
            </a:r>
            <a:endParaRPr lang="en-US" sz="1000" dirty="0"/>
          </a:p>
        </p:txBody>
      </p:sp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0843111-467C-49F9-AC41-57683CB1A4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" b="33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82945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1196F61-42D7-4699-B02F-8A40778DC0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75" b="2593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46177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— Enterprise Programming Power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i="1" dirty="0">
                <a:solidFill>
                  <a:srgbClr val="AADCFF"/>
                </a:solidFill>
              </a:rPr>
              <a:t>PART II  ·  22 Hours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663440" cy="3794760"/>
          </a:xfrm>
          <a:prstGeom prst="rect">
            <a:avLst/>
          </a:prstGeom>
          <a:solidFill>
            <a:srgbClr val="2C3E50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6634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69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</a:rPr>
              <a:t>●  ●  ●   pkg_banking — Transfer Funds Procedure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 transfer(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p_from IN NUMBER,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0848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p_to   IN NUMBER,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38658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p_amt  IN NUMBER) 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6883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v_bal accounts.balance%TYPE;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9900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e_no_funds EXCEPTION;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32918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5935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balance INTO v_bal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8953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accounts WHERE...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41970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v_bal &lt; p_amt THEN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44988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e_no_funds; END IF;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66360" y="1051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Core PL/SQL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13624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Blocks, Variables (%TYPE, %ROWTYPE)</a:t>
            </a:r>
          </a:p>
        </p:txBody>
      </p:sp>
      <p:sp>
        <p:nvSpPr>
          <p:cNvPr id="21" name="Text 19"/>
          <p:cNvSpPr/>
          <p:nvPr/>
        </p:nvSpPr>
        <p:spPr>
          <a:xfrm>
            <a:off x="5257800" y="16184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Control Flow, Loops, CONTINUE</a:t>
            </a:r>
          </a:p>
        </p:txBody>
      </p:sp>
      <p:sp>
        <p:nvSpPr>
          <p:cNvPr id="22" name="Text 20"/>
          <p:cNvSpPr/>
          <p:nvPr/>
        </p:nvSpPr>
        <p:spPr>
          <a:xfrm>
            <a:off x="5257800" y="18745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Exception Handling (Custom + Built-in)</a:t>
            </a:r>
          </a:p>
        </p:txBody>
      </p:sp>
      <p:sp>
        <p:nvSpPr>
          <p:cNvPr id="23" name="Text 21"/>
          <p:cNvSpPr/>
          <p:nvPr/>
        </p:nvSpPr>
        <p:spPr>
          <a:xfrm>
            <a:off x="5166360" y="2276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Stored Programs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587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Procedures &amp; Functions (IN/OUT/IN OUT)</a:t>
            </a:r>
          </a:p>
        </p:txBody>
      </p:sp>
      <p:sp>
        <p:nvSpPr>
          <p:cNvPr id="25" name="Text 23"/>
          <p:cNvSpPr/>
          <p:nvPr/>
        </p:nvSpPr>
        <p:spPr>
          <a:xfrm>
            <a:off x="5257800" y="2843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Packages — SPEC + BODY (Industry Std)</a:t>
            </a:r>
          </a:p>
        </p:txBody>
      </p:sp>
      <p:sp>
        <p:nvSpPr>
          <p:cNvPr id="26" name="Text 24"/>
          <p:cNvSpPr/>
          <p:nvPr/>
        </p:nvSpPr>
        <p:spPr>
          <a:xfrm>
            <a:off x="5257800" y="3099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Overloading, Forward Declarations</a:t>
            </a:r>
          </a:p>
        </p:txBody>
      </p:sp>
      <p:sp>
        <p:nvSpPr>
          <p:cNvPr id="27" name="Text 25"/>
          <p:cNvSpPr/>
          <p:nvPr/>
        </p:nvSpPr>
        <p:spPr>
          <a:xfrm>
            <a:off x="516636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Advanced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8130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Cursors, REF CURSOR, BULK COLLECT + FORALL</a:t>
            </a:r>
          </a:p>
        </p:txBody>
      </p:sp>
      <p:sp>
        <p:nvSpPr>
          <p:cNvPr id="29" name="Text 27"/>
          <p:cNvSpPr/>
          <p:nvPr/>
        </p:nvSpPr>
        <p:spPr>
          <a:xfrm>
            <a:off x="5257800" y="40690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chemeClr val="bg1"/>
                </a:solidFill>
              </a:rPr>
              <a:t>✓  </a:t>
            </a:r>
            <a:r>
              <a:rPr lang="en-US" sz="950" dirty="0">
                <a:solidFill>
                  <a:schemeClr val="bg1"/>
                </a:solidFill>
              </a:rPr>
              <a:t>Triggers (DML, DDL, Compound, Event)</a:t>
            </a:r>
          </a:p>
        </p:txBody>
      </p:sp>
      <p:sp>
        <p:nvSpPr>
          <p:cNvPr id="30" name="Text 28"/>
          <p:cNvSpPr/>
          <p:nvPr/>
        </p:nvSpPr>
        <p:spPr>
          <a:xfrm>
            <a:off x="5257800" y="4325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27AE60"/>
                </a:solidFill>
              </a:rPr>
              <a:t>✓  </a:t>
            </a:r>
            <a:r>
              <a:rPr lang="en-US" sz="950" dirty="0">
                <a:solidFill>
                  <a:srgbClr val="2C3E50"/>
                </a:solidFill>
              </a:rPr>
              <a:t>Dynamic SQL + DBMS_SQL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57800" y="45811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27AE60"/>
                </a:solidFill>
              </a:rPr>
              <a:t>✓  </a:t>
            </a:r>
            <a:r>
              <a:rPr lang="en-US" sz="950" dirty="0">
                <a:solidFill>
                  <a:srgbClr val="2C3E50"/>
                </a:solidFill>
              </a:rPr>
              <a:t>Oracle Packages: UTL_FILE, UTL_MAIL, DBMS_CRYPTO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66360" y="4407408"/>
            <a:ext cx="3657600" cy="411480"/>
          </a:xfrm>
          <a:prstGeom prst="rect">
            <a:avLst/>
          </a:prstGeom>
          <a:solidFill>
            <a:srgbClr val="EBF7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425696"/>
            <a:ext cx="3566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27AE60"/>
                </a:solidFill>
              </a:rPr>
              <a:t>🏆  Capstone Project: pkg_banking — 10-component complete Oracle package</a:t>
            </a:r>
            <a:endParaRPr lang="en-US" sz="950" dirty="0"/>
          </a:p>
        </p:txBody>
      </p:sp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89CF198-018C-4E4B-8AF1-6FD9E5957F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58"/>
          <a:stretch/>
        </p:blipFill>
        <p:spPr>
          <a:xfrm>
            <a:off x="0" y="38100"/>
            <a:ext cx="9144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04225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aa">
            <a:extLst>
              <a:ext uri="{FF2B5EF4-FFF2-40B4-BE49-F238E27FC236}">
                <a16:creationId xmlns:a16="http://schemas.microsoft.com/office/drawing/2014/main" id="{22657AD5-14DF-40CF-9067-27F84CE9D0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391" r="978" b="3601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0596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— Your SQL Comes Alive!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2C3E50"/>
                </a:solidFill>
              </a:rPr>
              <a:t>Oracle APEX is a low-code web development platform built directly on top of Oracle Database.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37360" cy="777240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04288" y="16002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8892A4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73736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63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ORDS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</a:rPr>
              <a:t>(Web Server)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61688" y="16002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8892A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173736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63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APEX Engine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</a:rPr>
              <a:t>(PL/SQL)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16002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8892A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720840" y="1463040"/>
            <a:ext cx="173736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463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Oracle Database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FFFFFF"/>
                </a:solidFill>
              </a:rPr>
              <a:t>19c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-822960" y="2487168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672" y="2560319"/>
            <a:ext cx="415636" cy="572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Interactive Reports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8712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892A4"/>
                </a:solidFill>
              </a:rPr>
              <a:t>SQL-powered filterable data grids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24871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2487168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13048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Dynamic 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3048" y="28712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892A4"/>
                </a:solidFill>
              </a:rPr>
              <a:t>Real-time UI updates, no code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25896" y="24871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25896" y="2487168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65976" y="2578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65976" y="28712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892A4"/>
                </a:solidFill>
              </a:rPr>
              <a:t>Login + Authentication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6484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-822960" y="3648456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1672" y="3721607"/>
            <a:ext cx="415636" cy="572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60120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Responsive Apps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4032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892A4"/>
                </a:solidFill>
              </a:rPr>
              <a:t>Works on desktop &amp; mobile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72968" y="36484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72968" y="3648456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82696" y="3721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813048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REST API Integration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13048" y="4032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892A4"/>
                </a:solidFill>
              </a:rPr>
              <a:t>Connect to external services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25896" y="36484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25896" y="3648456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5624" y="37216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665976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3A6B"/>
                </a:solidFill>
              </a:rPr>
              <a:t>Charts &amp; Dashboards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65976" y="40325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8892A4"/>
                </a:solidFill>
              </a:rPr>
              <a:t>Native charts, visual analytics</a:t>
            </a:r>
            <a:endParaRPr lang="en-US" sz="950" dirty="0"/>
          </a:p>
        </p:txBody>
      </p:sp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314"/>
          <a:stretch/>
        </p:blipFill>
        <p:spPr>
          <a:xfrm>
            <a:off x="0" y="21431"/>
            <a:ext cx="9144000" cy="51220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&amp; Certifications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00B4D8"/>
                </a:solidFill>
              </a:rPr>
              <a:t>Oracle skills open global doors — Bangladesh · Middle East · Southeast Asia · Europe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859536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06E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1107" y="1207008"/>
            <a:ext cx="91440" cy="603504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086" y="1298448"/>
            <a:ext cx="420624" cy="420624"/>
          </a:xfrm>
          <a:prstGeom prst="ellipse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04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252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Junior Oracle Developer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527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B8D0"/>
                </a:solidFill>
              </a:rPr>
              <a:t>SQL · Basic PL/SQL · SQL Developer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298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B4D8"/>
                </a:solidFill>
              </a:rPr>
              <a:t>0–1 yr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859536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107" y="1965960"/>
            <a:ext cx="91440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040" y="2057400"/>
            <a:ext cx="420624" cy="42062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09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Oracle Developer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2860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B8D0"/>
                </a:solidFill>
              </a:rPr>
              <a:t>SQL Advanced · PL/SQL Packages · APEX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B4D8"/>
                </a:solidFill>
              </a:rPr>
              <a:t>1–3 yrs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24912"/>
            <a:ext cx="859536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1107" y="2724912"/>
            <a:ext cx="91440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2089" y="2816352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040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2770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Senior Oracle Developer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3044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B8D0"/>
                </a:solidFill>
              </a:rPr>
              <a:t>Performance · Architecture · REST · DBA Basics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80560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B4D8"/>
                </a:solidFill>
              </a:rPr>
              <a:t>3–6 yrs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483864"/>
            <a:ext cx="859536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1107" y="3483864"/>
            <a:ext cx="91440" cy="6035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089" y="3575304"/>
            <a:ext cx="420624" cy="42062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04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7552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Oracle Technical Lead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" y="38039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B8D0"/>
                </a:solidFill>
              </a:rPr>
              <a:t>Full Stack · Code Review · Mentoring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8056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B4D8"/>
                </a:solidFill>
              </a:rPr>
              <a:t>6–10 yrs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242816"/>
            <a:ext cx="8595360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1107" y="4242816"/>
            <a:ext cx="91440" cy="6035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089" y="4334256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04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87552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</a:rPr>
              <a:t>Oracle DBA / Architect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87552" y="45628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B8D0"/>
                </a:solidFill>
              </a:rPr>
              <a:t>RAC · Data Guard · Exadata · Cloud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80560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B4D8"/>
                </a:solidFill>
              </a:rPr>
              <a:t>10+ yrs</a:t>
            </a:r>
            <a:endParaRPr lang="en-US" sz="1000" dirty="0"/>
          </a:p>
        </p:txBody>
      </p:sp>
    </p:spTree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B0FC74-0BE4-43B3-A760-EA5B19486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05483"/>
              </p:ext>
            </p:extLst>
          </p:nvPr>
        </p:nvGraphicFramePr>
        <p:xfrm>
          <a:off x="0" y="3"/>
          <a:ext cx="9143998" cy="4760843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1213240">
                  <a:extLst>
                    <a:ext uri="{9D8B030D-6E8A-4147-A177-3AD203B41FA5}">
                      <a16:colId xmlns:a16="http://schemas.microsoft.com/office/drawing/2014/main" val="4087163004"/>
                    </a:ext>
                  </a:extLst>
                </a:gridCol>
                <a:gridCol w="3368699">
                  <a:extLst>
                    <a:ext uri="{9D8B030D-6E8A-4147-A177-3AD203B41FA5}">
                      <a16:colId xmlns:a16="http://schemas.microsoft.com/office/drawing/2014/main" val="2171686676"/>
                    </a:ext>
                  </a:extLst>
                </a:gridCol>
                <a:gridCol w="1203300">
                  <a:extLst>
                    <a:ext uri="{9D8B030D-6E8A-4147-A177-3AD203B41FA5}">
                      <a16:colId xmlns:a16="http://schemas.microsoft.com/office/drawing/2014/main" val="29485759"/>
                    </a:ext>
                  </a:extLst>
                </a:gridCol>
                <a:gridCol w="3358759">
                  <a:extLst>
                    <a:ext uri="{9D8B030D-6E8A-4147-A177-3AD203B41FA5}">
                      <a16:colId xmlns:a16="http://schemas.microsoft.com/office/drawing/2014/main" val="3553313126"/>
                    </a:ext>
                  </a:extLst>
                </a:gridCol>
              </a:tblGrid>
              <a:tr h="2941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Class &amp; Timeline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Core Topics, Concepts &amp; Milestones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>
                          <a:solidFill>
                            <a:schemeClr val="bg1"/>
                          </a:solidFill>
                          <a:effectLst/>
                        </a:rPr>
                        <a:t>Class &amp; Timeline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Core Topics, Concepts &amp; Milestones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894397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 W1D1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Course Setup, Oracle 19c Architecture, SQL SELECT, WHERE, ORDER BY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14 W5D2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Control Flow, Loops, CONTINUE, and Native DML in PL/SQL</a:t>
                      </a:r>
                      <a:endParaRPr lang="en-US" sz="105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242216583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 W1D2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String, Number, and Date Functions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15 W5D3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Records &amp; Collections (Part 1): Explicit Cursors, REF CURSOR, and Record Types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227242149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3 W1D3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Conversion Functions, NVL, NULLIF, CASE, DECODE</a:t>
                      </a:r>
                      <a:endParaRPr lang="en-US" sz="105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16 W6D1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Records &amp; Collections (Part 2): Nested Tables, Varrays, and Index-by Tables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60932354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4 W2D1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Aggregates, GROUP BY, HAVING, and Regular Expressions — Quiz 1</a:t>
                      </a:r>
                      <a:endParaRPr lang="en-US" sz="105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17 W6D2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Exceptions Management &amp; Named Procedures — PL/SQL Quiz 1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16115958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5 W2D2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JOINS (Part 1): Inner, Outer, Self Joins, and MERGE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18 W6D3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Functions &amp; Corporate Packages (Spec+Body, Overloading) — PL/SQL Quiz 2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748995807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6 W2D3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JOINS (Part 2): Advanced Join Patterns, Complex Conditions, and Time Zones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19 W7D1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Bulk Processing Engine: BULK COLLECT + FORALL Optimization &amp; Built-in Packages (UTL_*)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533363543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7 W3D1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Subqueries (Part 1): Scalar, Correlated, EXISTS, and CTE Foundations — Quiz 2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20 W7D2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Database Triggers (DML/DDL/Compound/Event) &amp; Dynamic SQL Execution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553357627"/>
                  </a:ext>
                </a:extLst>
              </a:tr>
              <a:tr h="4869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8 W3D2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Subqueries (Part 2): Hierarchical Queries using Recursive WITH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21 W7D3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Architecture Design, PL/SQL Compiler, Dependencies, and pkg_banking Project — Capstone PL/SQL Project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588570492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9 W3D3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SET Operations and Analytic/Window Functions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22 W8D1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Oracle APEX Architecture, App Builder Workspace, and Page Flow Foundations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205060364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10 W4D1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DDL, Integrity Constraints, Flashback, and External Tables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23 W8D2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Form Components, Interactive Grids, Faceted Search, and UI Customization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142687130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11 W4D2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DML, TCL, DCL, Views, Sequences, Synonyms, and Indexes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24 W8D3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State Management, Dynamic Actions, JSON Integration &amp; Web REST APIs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163795063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12 W4D3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Performance Basics — SQL Mini Project Due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25 W9D1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DBA Basics, Memory Architecture (SGA/PGA), Instance Structures, and User Security Profiles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2660793631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13 W5D1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>
                          <a:effectLst/>
                        </a:rPr>
                        <a:t>PL/SQL Core: Blocks, Variables, Nested Blocks, and Bind Variables</a:t>
                      </a:r>
                      <a:endParaRPr lang="en-US" sz="1050" b="0" i="0" u="none" strike="noStrike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 dirty="0">
                          <a:effectLst/>
                        </a:rPr>
                        <a:t>CLASS 26 W9D2</a:t>
                      </a:r>
                      <a:endParaRPr lang="en-US" sz="1050" b="1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</a:rPr>
                        <a:t>Application Performance Tuning, Reading Execution Plans — Final Comprehensive Exam</a:t>
                      </a:r>
                      <a:endParaRPr lang="en-US" sz="1050" b="0" i="0" u="none" strike="noStrike" dirty="0">
                        <a:solidFill>
                          <a:srgbClr val="333333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113" marR="5113" marT="5113" marB="0" anchor="ctr"/>
                </a:tc>
                <a:extLst>
                  <a:ext uri="{0D108BD9-81ED-4DB2-BD59-A6C34878D82A}">
                    <a16:rowId xmlns:a16="http://schemas.microsoft.com/office/drawing/2014/main" val="329842187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92B4BFF-404A-41D9-99DB-DF128483D028}"/>
              </a:ext>
            </a:extLst>
          </p:cNvPr>
          <p:cNvSpPr/>
          <p:nvPr/>
        </p:nvSpPr>
        <p:spPr>
          <a:xfrm>
            <a:off x="0" y="4760846"/>
            <a:ext cx="9143998" cy="3826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Classes 27 through 30</a:t>
            </a:r>
            <a:r>
              <a:rPr lang="en-US" sz="1200" dirty="0"/>
              <a:t> are intentionally omitted from this core table to form your dedicated </a:t>
            </a:r>
            <a:r>
              <a:rPr lang="en-US" sz="1200" b="1" dirty="0"/>
              <a:t>8-Hour Bonus Boot Camp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18398079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 You Will Build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4435" y="1005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2">
                    <a:lumMod val="90000"/>
                  </a:schemeClr>
                </a:solidFill>
              </a:rPr>
              <a:t>🏦</a:t>
            </a:r>
          </a:p>
        </p:txBody>
      </p:sp>
      <p:sp>
        <p:nvSpPr>
          <p:cNvPr id="7" name="Text 5"/>
          <p:cNvSpPr/>
          <p:nvPr/>
        </p:nvSpPr>
        <p:spPr>
          <a:xfrm>
            <a:off x="850392" y="1051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Banking Operations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E07A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3A6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pkg_banking — 10 procedures &amp; functions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3A6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Fund transfer with rollback on failure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2402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3A6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Bulk interest via BULK COLLECT + FORALL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514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3A6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Audit triggers + APEX web interface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0058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05840"/>
            <a:ext cx="2788920" cy="594360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005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2">
                    <a:lumMod val="90000"/>
                  </a:schemeClr>
                </a:solidFill>
              </a:rPr>
              <a:t>👥</a:t>
            </a:r>
          </a:p>
        </p:txBody>
      </p:sp>
      <p:sp>
        <p:nvSpPr>
          <p:cNvPr id="16" name="Text 14"/>
          <p:cNvSpPr/>
          <p:nvPr/>
        </p:nvSpPr>
        <p:spPr>
          <a:xfrm>
            <a:off x="3794760" y="1051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HR &amp; Payroll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E07A"/>
                </a:solidFill>
              </a:rPr>
              <a:t>⭐⭐⭐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1691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6E7F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pkg_payroll for payslip generation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1965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6E7F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Salary increment processing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4408" y="22402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6E7F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Department aggregate reports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2514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06E7F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Compound trigger for change log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17336" y="10058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17336" y="1005840"/>
            <a:ext cx="278892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1005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2">
                    <a:lumMod val="90000"/>
                  </a:schemeClr>
                </a:solidFill>
              </a:rPr>
              <a:t>📦</a:t>
            </a:r>
          </a:p>
        </p:txBody>
      </p:sp>
      <p:sp>
        <p:nvSpPr>
          <p:cNvPr id="25" name="Text 23"/>
          <p:cNvSpPr/>
          <p:nvPr/>
        </p:nvSpPr>
        <p:spPr>
          <a:xfrm>
            <a:off x="6739128" y="1051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Inventory &amp; Stock System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39128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E07A"/>
                </a:solidFill>
              </a:rPr>
              <a:t>⭐⭐⭐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08776" y="1691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0392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Stock in/out transaction tracking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8776" y="1965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0392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Low-stock alert trigger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08776" y="22402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0392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Reorder scheduler (DBMS_SCHEDULER)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251460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C0392B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Dynamic SQL for flexible reporting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0175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28600" y="3017520"/>
            <a:ext cx="278892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4435" y="3017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2">
                    <a:lumMod val="90000"/>
                  </a:schemeClr>
                </a:solidFill>
              </a:rPr>
              <a:t>🔐</a:t>
            </a:r>
          </a:p>
        </p:txBody>
      </p:sp>
      <p:sp>
        <p:nvSpPr>
          <p:cNvPr id="34" name="Text 32"/>
          <p:cNvSpPr/>
          <p:nvPr/>
        </p:nvSpPr>
        <p:spPr>
          <a:xfrm>
            <a:off x="850392" y="3063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Login System (APEX)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E07A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3703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7AE60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DBMS_CRYPTO SHA-256 hashing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" y="3977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395379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7AE60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Custom APEX authentication scheme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419829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7AE60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Session management &amp; audit log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72968" y="30175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72968" y="3017520"/>
            <a:ext cx="2788920" cy="5943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3017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2">
                    <a:lumMod val="90000"/>
                  </a:schemeClr>
                </a:solidFill>
              </a:rPr>
              <a:t>✅</a:t>
            </a:r>
          </a:p>
        </p:txBody>
      </p:sp>
      <p:sp>
        <p:nvSpPr>
          <p:cNvPr id="43" name="Text 41"/>
          <p:cNvSpPr/>
          <p:nvPr/>
        </p:nvSpPr>
        <p:spPr>
          <a:xfrm>
            <a:off x="3794760" y="3063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Approval Workflow System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94760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E07A"/>
                </a:solidFill>
              </a:rPr>
              <a:t>⭐⭐⭐⭐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64408" y="3703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39C12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Multi-step status state machine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64408" y="3977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39C12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pkg_workflow with role-based logic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64408" y="42519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39C12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Email notifications via UTL_MAIL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64408" y="45262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39C12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Full approval history audit trail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17336" y="30175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17336" y="3017520"/>
            <a:ext cx="2788920" cy="59436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17336" y="3017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2">
                    <a:lumMod val="90000"/>
                  </a:schemeClr>
                </a:solidFill>
              </a:rPr>
              <a:t>🎓</a:t>
            </a:r>
          </a:p>
        </p:txBody>
      </p:sp>
      <p:sp>
        <p:nvSpPr>
          <p:cNvPr id="52" name="Text 50"/>
          <p:cNvSpPr/>
          <p:nvPr/>
        </p:nvSpPr>
        <p:spPr>
          <a:xfrm>
            <a:off x="6739128" y="3063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Student Management System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39128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FE07A"/>
                </a:solidFill>
              </a:rPr>
              <a:t>⭐⭐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08776" y="3703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8892A4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Enrollment &amp; course tracking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08776" y="3977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8892A4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GPA calculation function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08776" y="4198289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8892A4"/>
                </a:solidFill>
              </a:rPr>
              <a:t>• </a:t>
            </a:r>
            <a:r>
              <a:rPr lang="en-US" sz="900" dirty="0">
                <a:solidFill>
                  <a:srgbClr val="2C3E50"/>
                </a:solidFill>
              </a:rPr>
              <a:t>Grade analytics with window funcs</a:t>
            </a:r>
            <a:endParaRPr lang="en-US" sz="900" dirty="0"/>
          </a:p>
        </p:txBody>
      </p:sp>
    </p:spTree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Join &amp; What You 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Who Should Join?</a:t>
            </a:r>
            <a:endParaRPr lang="en-US" sz="15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1400" y="149065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👨‍💻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Fresh graduates &amp; CS students — start your Oracle career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1400" y="21490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1671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Junior developers wanting to specialize in Oracle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400" y="280739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28254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Business analysts needing SQL for data querying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400" y="346575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34838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IT professionals in banking, finance, ERP sectors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78224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1B3A6B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1400" y="41241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1422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Anyone preparing for Oracle 1Z0-071 certification exam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What You Will Receive</a:t>
            </a:r>
            <a:endParaRPr lang="en-US" sz="15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46320" y="1444752"/>
            <a:ext cx="3931920" cy="502920"/>
          </a:xfrm>
          <a:prstGeom prst="rect">
            <a:avLst/>
          </a:prstGeom>
          <a:solidFill>
            <a:srgbClr val="EBF7EF"/>
          </a:solidFill>
          <a:ln w="889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📁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49240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All SQL &amp; PL/SQL script files for every topic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039112"/>
            <a:ext cx="3931920" cy="502920"/>
          </a:xfrm>
          <a:prstGeom prst="rect">
            <a:avLst/>
          </a:prstGeom>
          <a:solidFill>
            <a:srgbClr val="EBF7EF"/>
          </a:solidFill>
          <a:ln w="889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🗄️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49240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BankDB + HR schema — ready to run on D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633472"/>
            <a:ext cx="3931920" cy="502920"/>
          </a:xfrm>
          <a:prstGeom prst="rect">
            <a:avLst/>
          </a:prstGeom>
          <a:solidFill>
            <a:srgbClr val="EBF7EF"/>
          </a:solidFill>
          <a:ln w="889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📝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49240" y="2697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Quiz sheets, assignments &amp; answer keys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255661"/>
            <a:ext cx="3931920" cy="465826"/>
          </a:xfrm>
          <a:prstGeom prst="rect">
            <a:avLst/>
          </a:prstGeom>
          <a:solidFill>
            <a:srgbClr val="EBF7EF"/>
          </a:solidFill>
          <a:ln w="889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73949"/>
            <a:ext cx="457200" cy="42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🎤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49240" y="3319671"/>
            <a:ext cx="3337560" cy="296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Interview prep guide: top SQL &amp; PL/SQL questions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285756"/>
            <a:ext cx="3931920" cy="453041"/>
          </a:xfrm>
          <a:prstGeom prst="rect">
            <a:avLst/>
          </a:prstGeom>
          <a:solidFill>
            <a:srgbClr val="EBF7EF"/>
          </a:solidFill>
          <a:ln w="889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272563"/>
            <a:ext cx="457200" cy="430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📜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49240" y="4313296"/>
            <a:ext cx="3337560" cy="301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Oracle certification roadmap &amp; exam guidance</a:t>
            </a:r>
            <a:endParaRPr lang="en-US" sz="1000" dirty="0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436B9C88-08B2-4BA2-B525-771692CBB028}"/>
              </a:ext>
            </a:extLst>
          </p:cNvPr>
          <p:cNvSpPr/>
          <p:nvPr/>
        </p:nvSpPr>
        <p:spPr>
          <a:xfrm>
            <a:off x="4846320" y="3786537"/>
            <a:ext cx="3931920" cy="432683"/>
          </a:xfrm>
          <a:prstGeom prst="rect">
            <a:avLst/>
          </a:prstGeom>
          <a:solidFill>
            <a:srgbClr val="EBF7EF"/>
          </a:solidFill>
          <a:ln w="8890">
            <a:solidFill>
              <a:srgbClr val="27AE60"/>
            </a:solidFill>
            <a:prstDash val="solid"/>
          </a:ln>
        </p:spPr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7F7C98E1-1FA9-4676-BF58-3F8807036CA7}"/>
              </a:ext>
            </a:extLst>
          </p:cNvPr>
          <p:cNvSpPr/>
          <p:nvPr/>
        </p:nvSpPr>
        <p:spPr>
          <a:xfrm>
            <a:off x="5349240" y="3870421"/>
            <a:ext cx="3337560" cy="27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C3E50"/>
                </a:solidFill>
              </a:rPr>
              <a:t>Sample projects with Only SQL, PL-SQL and Oracle Apex</a:t>
            </a:r>
            <a:endParaRPr lang="en-US" sz="1000" dirty="0"/>
          </a:p>
        </p:txBody>
      </p:sp>
      <p:pic>
        <p:nvPicPr>
          <p:cNvPr id="48" name="Graphic 47" descr="Programmer">
            <a:extLst>
              <a:ext uri="{FF2B5EF4-FFF2-40B4-BE49-F238E27FC236}">
                <a16:creationId xmlns:a16="http://schemas.microsoft.com/office/drawing/2014/main" id="{7D0E2F91-FD33-45D1-B5F6-E57A45122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2162" y="3756719"/>
            <a:ext cx="457200" cy="430863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5">
    <p:bg>
      <p:bgPr>
        <a:solidFill>
          <a:srgbClr val="0F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68580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8580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68580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8116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1160" y="1188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81160" y="21031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81160" y="30175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3931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 Your Oracle Journey?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00B4D8"/>
                </a:solidFill>
              </a:rPr>
              <a:t>Join the full 40-hour Oracle 19c SQL · PL/SQL · APEX training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1520" y="1600200"/>
            <a:ext cx="178308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06E7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1664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📅</a:t>
            </a:r>
          </a:p>
        </p:txBody>
      </p:sp>
      <p:sp>
        <p:nvSpPr>
          <p:cNvPr id="46" name="Text 44"/>
          <p:cNvSpPr/>
          <p:nvPr/>
        </p:nvSpPr>
        <p:spPr>
          <a:xfrm>
            <a:off x="731520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accent2"/>
                </a:solidFill>
              </a:rPr>
              <a:t>Schedule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1520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3 Ds/W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2.5 Hrs per Class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97480" y="1600200"/>
            <a:ext cx="178308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1664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⏱️</a:t>
            </a:r>
          </a:p>
        </p:txBody>
      </p:sp>
      <p:sp>
        <p:nvSpPr>
          <p:cNvPr id="50" name="Text 48"/>
          <p:cNvSpPr/>
          <p:nvPr/>
        </p:nvSpPr>
        <p:spPr>
          <a:xfrm>
            <a:off x="2697480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accent2"/>
                </a:solidFill>
              </a:rPr>
              <a:t>Duration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2697480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40 Core Hours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+ 8 Bonus Hours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1600200"/>
            <a:ext cx="178308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1664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💻</a:t>
            </a:r>
          </a:p>
        </p:txBody>
      </p:sp>
      <p:sp>
        <p:nvSpPr>
          <p:cNvPr id="54" name="Text 52"/>
          <p:cNvSpPr/>
          <p:nvPr/>
        </p:nvSpPr>
        <p:spPr>
          <a:xfrm>
            <a:off x="4663440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accent2"/>
                </a:solidFill>
              </a:rPr>
              <a:t>Platform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4663440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SQL Developer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+ Oracle LiveSQL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629400" y="1600200"/>
            <a:ext cx="178308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1664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🎯</a:t>
            </a:r>
          </a:p>
        </p:txBody>
      </p:sp>
      <p:sp>
        <p:nvSpPr>
          <p:cNvPr id="58" name="Text 56"/>
          <p:cNvSpPr/>
          <p:nvPr/>
        </p:nvSpPr>
        <p:spPr>
          <a:xfrm>
            <a:off x="6629400" y="21488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39C12"/>
                </a:solidFill>
              </a:rPr>
              <a:t>Outcome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29400" y="23774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</a:rPr>
              <a:t>Job-Ready Skills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FFFFFF"/>
                </a:solidFill>
              </a:rPr>
              <a:t>+ Certification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Q&amp;A Session — Ask Me Anything!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1371600" y="3657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FFB3AA"/>
                </a:solidFill>
              </a:rPr>
              <a:t>Chat your questions now · I will answer every single one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00B4D8"/>
                </a:solidFill>
              </a:rPr>
              <a:t>📧 ayubmiazeraju@gmail.com   |   📱 +880-1826-315564   |   🌐 linkdien.com/</a:t>
            </a:r>
            <a:r>
              <a:rPr lang="en-US" sz="1100" dirty="0" err="1">
                <a:solidFill>
                  <a:srgbClr val="00B4D8"/>
                </a:solidFill>
              </a:rPr>
              <a:t>miaze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06E7F"/>
          </a:solidFill>
          <a:ln w="12700">
            <a:solidFill>
              <a:srgbClr val="006E7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4818888"/>
            <a:ext cx="87782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FFFFFF"/>
                </a:solidFill>
              </a:rPr>
              <a:t>Thank you for attending! — Oracle Database 19c Corporate Training 2025–2026</a:t>
            </a:r>
            <a:endParaRPr lang="en-US" sz="1100" dirty="0"/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1776</TotalTime>
  <Words>1933</Words>
  <Application>Microsoft Office PowerPoint</Application>
  <PresentationFormat>On-screen Show (16:9)</PresentationFormat>
  <Paragraphs>376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Google Sans Text</vt:lpstr>
      <vt:lpstr>Segoe UI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Database 19c — Free Webinar</dc:title>
  <dc:subject>SQL · PL/SQL · Oracle APEX</dc:subject>
  <dc:creator>Oracle Corporate Trainer</dc:creator>
  <cp:lastModifiedBy>Ayub Miaze</cp:lastModifiedBy>
  <cp:revision>12</cp:revision>
  <dcterms:created xsi:type="dcterms:W3CDTF">2026-06-01T05:07:15Z</dcterms:created>
  <dcterms:modified xsi:type="dcterms:W3CDTF">2026-06-20T14:05:08Z</dcterms:modified>
</cp:coreProperties>
</file>