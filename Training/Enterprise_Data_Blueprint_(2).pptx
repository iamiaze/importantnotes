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14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b Miaze" userId="cd1b0d68-c582-404f-988a-6b1dba145d1c" providerId="ADAL" clId="{A8CD833C-56C7-44F7-B819-EFF12F8CA0FB}"/>
    <pc:docChg chg="undo custSel modSld">
      <pc:chgData name="Ayub Miaze" userId="cd1b0d68-c582-404f-988a-6b1dba145d1c" providerId="ADAL" clId="{A8CD833C-56C7-44F7-B819-EFF12F8CA0FB}" dt="2026-06-19T08:18:32.956" v="24" actId="732"/>
      <pc:docMkLst>
        <pc:docMk/>
      </pc:docMkLst>
      <pc:sldChg chg="modSp mod">
        <pc:chgData name="Ayub Miaze" userId="cd1b0d68-c582-404f-988a-6b1dba145d1c" providerId="ADAL" clId="{A8CD833C-56C7-44F7-B819-EFF12F8CA0FB}" dt="2026-06-19T08:18:32.956" v="24" actId="732"/>
        <pc:sldMkLst>
          <pc:docMk/>
          <pc:sldMk cId="0" sldId="257"/>
        </pc:sldMkLst>
        <pc:picChg chg="mod modCrop">
          <ac:chgData name="Ayub Miaze" userId="cd1b0d68-c582-404f-988a-6b1dba145d1c" providerId="ADAL" clId="{A8CD833C-56C7-44F7-B819-EFF12F8CA0FB}" dt="2026-06-19T08:18:32.956" v="24" actId="732"/>
          <ac:picMkLst>
            <pc:docMk/>
            <pc:sldMk cId="0" sldId="257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t="1" b="3194"/>
          <a:stretch/>
        </p:blipFill>
        <p:spPr>
          <a:xfrm>
            <a:off x="0" y="38100"/>
            <a:ext cx="16256000" cy="8778240"/>
          </a:xfrm>
          <a:prstGeom prst="rect">
            <a:avLst/>
          </a:prstGeom>
          <a:effectLst>
            <a:reflection blurRad="6350" stA="50000" endA="300" endPos="90000" dist="50800" dir="5400000" sy="-100000" algn="bl" rotWithShape="0"/>
            <a:softEdge rad="0"/>
          </a:effectLst>
          <a:scene3d>
            <a:camera prst="orthographicFront"/>
            <a:lightRig rig="threePt" dir="t"/>
          </a:scene3d>
          <a:sp3d>
            <a:bevelT w="6350"/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Ayub Miaze</cp:lastModifiedBy>
  <cp:revision>1</cp:revision>
  <dcterms:created xsi:type="dcterms:W3CDTF">2006-08-16T00:00:00Z</dcterms:created>
  <dcterms:modified xsi:type="dcterms:W3CDTF">2026-06-19T08:18:38Z</dcterms:modified>
</cp:coreProperties>
</file>